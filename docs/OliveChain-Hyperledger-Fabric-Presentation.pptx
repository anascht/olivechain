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M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57"/>
    <p:restoredTop sz="94673"/>
  </p:normalViewPr>
  <p:slideViewPr>
    <p:cSldViewPr snapToGrid="0">
      <p:cViewPr varScale="1">
        <p:scale>
          <a:sx n="53" d="100"/>
          <a:sy n="53" d="100"/>
        </p:scale>
        <p:origin x="200" y="1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371502-2135-2246-A994-B9CA2C3B528D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5D2D87E3-F764-0041-98FB-10CFE98152AA}">
      <dgm:prSet phldrT="[Text]"/>
      <dgm:spPr/>
      <dgm:t>
        <a:bodyPr/>
        <a:lstStyle/>
        <a:p>
          <a:pPr rtl="0"/>
          <a:r>
            <a:rPr lang="en-US" dirty="0"/>
            <a:t>Cultivation </a:t>
          </a:r>
        </a:p>
      </dgm:t>
    </dgm:pt>
    <dgm:pt modelId="{57831AD4-3C76-5E4D-83CD-7A81CD7C89E2}" type="parTrans" cxnId="{297147C8-0028-FB4B-9B19-9F9B71F8D09B}">
      <dgm:prSet/>
      <dgm:spPr/>
      <dgm:t>
        <a:bodyPr/>
        <a:lstStyle/>
        <a:p>
          <a:endParaRPr lang="en-US"/>
        </a:p>
      </dgm:t>
    </dgm:pt>
    <dgm:pt modelId="{7D0D96E4-5566-5144-B528-67C07C445665}" type="sibTrans" cxnId="{297147C8-0028-FB4B-9B19-9F9B71F8D09B}">
      <dgm:prSet/>
      <dgm:spPr/>
      <dgm:t>
        <a:bodyPr/>
        <a:lstStyle/>
        <a:p>
          <a:endParaRPr lang="en-US"/>
        </a:p>
      </dgm:t>
    </dgm:pt>
    <dgm:pt modelId="{903F5B0E-0E2E-9149-A504-B32A36EB3491}">
      <dgm:prSet phldrT="[Text]"/>
      <dgm:spPr/>
      <dgm:t>
        <a:bodyPr/>
        <a:lstStyle/>
        <a:p>
          <a:pPr rtl="0"/>
          <a:r>
            <a:rPr lang="en-US" dirty="0"/>
            <a:t>Lab verification</a:t>
          </a:r>
        </a:p>
      </dgm:t>
    </dgm:pt>
    <dgm:pt modelId="{B09218C9-6898-6F47-95C2-D7B351115EEF}" type="parTrans" cxnId="{87BCFB93-7F8F-BE47-B883-DC5258B17AAC}">
      <dgm:prSet/>
      <dgm:spPr/>
      <dgm:t>
        <a:bodyPr/>
        <a:lstStyle/>
        <a:p>
          <a:endParaRPr lang="en-US"/>
        </a:p>
      </dgm:t>
    </dgm:pt>
    <dgm:pt modelId="{D6B7245A-2355-E44E-B913-DD7D4547B51E}" type="sibTrans" cxnId="{87BCFB93-7F8F-BE47-B883-DC5258B17AAC}">
      <dgm:prSet/>
      <dgm:spPr/>
      <dgm:t>
        <a:bodyPr/>
        <a:lstStyle/>
        <a:p>
          <a:endParaRPr lang="en-US"/>
        </a:p>
      </dgm:t>
    </dgm:pt>
    <dgm:pt modelId="{4990CD6F-A7EB-EE4B-8E1F-2F7AC8986C6E}">
      <dgm:prSet phldrT="[Text]"/>
      <dgm:spPr/>
      <dgm:t>
        <a:bodyPr/>
        <a:lstStyle/>
        <a:p>
          <a:pPr rtl="0"/>
          <a:r>
            <a:rPr lang="en-US" dirty="0"/>
            <a:t>Harvest</a:t>
          </a:r>
        </a:p>
      </dgm:t>
    </dgm:pt>
    <dgm:pt modelId="{EED01297-E613-9948-AAAC-F96D680D3992}" type="parTrans" cxnId="{4843F033-9AB3-F847-B36D-7A978A0ACFE4}">
      <dgm:prSet/>
      <dgm:spPr/>
      <dgm:t>
        <a:bodyPr/>
        <a:lstStyle/>
        <a:p>
          <a:endParaRPr lang="en-US"/>
        </a:p>
      </dgm:t>
    </dgm:pt>
    <dgm:pt modelId="{09FE569F-E848-3745-8D29-2953DF4CEA0A}" type="sibTrans" cxnId="{4843F033-9AB3-F847-B36D-7A978A0ACFE4}">
      <dgm:prSet/>
      <dgm:spPr/>
      <dgm:t>
        <a:bodyPr/>
        <a:lstStyle/>
        <a:p>
          <a:endParaRPr lang="en-US"/>
        </a:p>
      </dgm:t>
    </dgm:pt>
    <dgm:pt modelId="{5E9CDED9-4C43-0342-8928-EA80B0038AFC}">
      <dgm:prSet phldrT="[Text]"/>
      <dgm:spPr/>
      <dgm:t>
        <a:bodyPr/>
        <a:lstStyle/>
        <a:p>
          <a:pPr rtl="0"/>
          <a:r>
            <a:rPr lang="en-US" dirty="0"/>
            <a:t>Transport</a:t>
          </a:r>
        </a:p>
      </dgm:t>
    </dgm:pt>
    <dgm:pt modelId="{ECF47E92-6ED0-B04E-9EB4-8D4A1A60F470}" type="parTrans" cxnId="{1CCED933-275A-894F-AC5B-27694F167E7E}">
      <dgm:prSet/>
      <dgm:spPr/>
      <dgm:t>
        <a:bodyPr/>
        <a:lstStyle/>
        <a:p>
          <a:endParaRPr lang="en-US"/>
        </a:p>
      </dgm:t>
    </dgm:pt>
    <dgm:pt modelId="{C8C7DA57-5416-5B4B-A9C3-27134A40669A}" type="sibTrans" cxnId="{1CCED933-275A-894F-AC5B-27694F167E7E}">
      <dgm:prSet/>
      <dgm:spPr/>
      <dgm:t>
        <a:bodyPr/>
        <a:lstStyle/>
        <a:p>
          <a:endParaRPr lang="en-US"/>
        </a:p>
      </dgm:t>
    </dgm:pt>
    <dgm:pt modelId="{F74E2CA7-8515-4843-9401-43046341007E}">
      <dgm:prSet phldrT="[Text]"/>
      <dgm:spPr/>
      <dgm:t>
        <a:bodyPr/>
        <a:lstStyle/>
        <a:p>
          <a:pPr rtl="0"/>
          <a:r>
            <a:rPr lang="en-US" dirty="0"/>
            <a:t>Milling</a:t>
          </a:r>
        </a:p>
      </dgm:t>
    </dgm:pt>
    <dgm:pt modelId="{B40A5577-981B-D14E-90E8-6A99CE2EAB32}" type="parTrans" cxnId="{493B14A0-AA4E-E143-BAEB-885CC6D788FF}">
      <dgm:prSet/>
      <dgm:spPr/>
      <dgm:t>
        <a:bodyPr/>
        <a:lstStyle/>
        <a:p>
          <a:endParaRPr lang="en-US"/>
        </a:p>
      </dgm:t>
    </dgm:pt>
    <dgm:pt modelId="{9D8F8D8D-4F21-1C44-BA4B-D44283F5E819}" type="sibTrans" cxnId="{493B14A0-AA4E-E143-BAEB-885CC6D788FF}">
      <dgm:prSet/>
      <dgm:spPr/>
      <dgm:t>
        <a:bodyPr/>
        <a:lstStyle/>
        <a:p>
          <a:endParaRPr lang="en-US"/>
        </a:p>
      </dgm:t>
    </dgm:pt>
    <dgm:pt modelId="{BF807795-F949-AF45-B7B9-328A50FA07D2}">
      <dgm:prSet/>
      <dgm:spPr/>
      <dgm:t>
        <a:bodyPr/>
        <a:lstStyle/>
        <a:p>
          <a:r>
            <a:rPr lang="en-US" dirty="0"/>
            <a:t>Bottling</a:t>
          </a:r>
        </a:p>
      </dgm:t>
    </dgm:pt>
    <dgm:pt modelId="{85EDE62B-8576-4C4F-88B7-5171318E3104}" type="parTrans" cxnId="{79123C30-37B9-5446-B655-378474AA0F48}">
      <dgm:prSet/>
      <dgm:spPr/>
      <dgm:t>
        <a:bodyPr/>
        <a:lstStyle/>
        <a:p>
          <a:endParaRPr lang="en-US"/>
        </a:p>
      </dgm:t>
    </dgm:pt>
    <dgm:pt modelId="{84080A4D-5E46-1847-9EC4-6A0495CD99A1}" type="sibTrans" cxnId="{79123C30-37B9-5446-B655-378474AA0F48}">
      <dgm:prSet/>
      <dgm:spPr/>
      <dgm:t>
        <a:bodyPr/>
        <a:lstStyle/>
        <a:p>
          <a:endParaRPr lang="en-US"/>
        </a:p>
      </dgm:t>
    </dgm:pt>
    <dgm:pt modelId="{CF8F23A7-8516-4040-8DA6-C58C509511FC}">
      <dgm:prSet/>
      <dgm:spPr/>
      <dgm:t>
        <a:bodyPr/>
        <a:lstStyle/>
        <a:p>
          <a:r>
            <a:rPr lang="en-US" dirty="0"/>
            <a:t>Distribution</a:t>
          </a:r>
        </a:p>
      </dgm:t>
    </dgm:pt>
    <dgm:pt modelId="{A37F79B5-4215-D241-A515-9D4ACB976903}" type="parTrans" cxnId="{0B211B27-15F3-B941-87E1-2EA621E5209D}">
      <dgm:prSet/>
      <dgm:spPr/>
      <dgm:t>
        <a:bodyPr/>
        <a:lstStyle/>
        <a:p>
          <a:endParaRPr lang="en-US"/>
        </a:p>
      </dgm:t>
    </dgm:pt>
    <dgm:pt modelId="{41D18D67-D197-2948-93F7-55C3F7B58AC3}" type="sibTrans" cxnId="{0B211B27-15F3-B941-87E1-2EA621E5209D}">
      <dgm:prSet/>
      <dgm:spPr/>
      <dgm:t>
        <a:bodyPr/>
        <a:lstStyle/>
        <a:p>
          <a:endParaRPr lang="en-US"/>
        </a:p>
      </dgm:t>
    </dgm:pt>
    <dgm:pt modelId="{EDB91F69-2CBB-3F4E-8629-A94C96FD9097}" type="pres">
      <dgm:prSet presAssocID="{92371502-2135-2246-A994-B9CA2C3B528D}" presName="Name0" presStyleCnt="0">
        <dgm:presLayoutVars>
          <dgm:dir/>
          <dgm:resizeHandles val="exact"/>
        </dgm:presLayoutVars>
      </dgm:prSet>
      <dgm:spPr/>
    </dgm:pt>
    <dgm:pt modelId="{D67345CC-A644-3D4F-A293-DA3963F7BECD}" type="pres">
      <dgm:prSet presAssocID="{5D2D87E3-F764-0041-98FB-10CFE98152AA}" presName="node" presStyleLbl="node1" presStyleIdx="0" presStyleCnt="7">
        <dgm:presLayoutVars>
          <dgm:bulletEnabled val="1"/>
        </dgm:presLayoutVars>
      </dgm:prSet>
      <dgm:spPr/>
    </dgm:pt>
    <dgm:pt modelId="{9079B706-07AC-3142-9EB7-73603E42E86D}" type="pres">
      <dgm:prSet presAssocID="{7D0D96E4-5566-5144-B528-67C07C445665}" presName="sibTrans" presStyleLbl="sibTrans2D1" presStyleIdx="0" presStyleCnt="6"/>
      <dgm:spPr/>
    </dgm:pt>
    <dgm:pt modelId="{6A1A661C-FFDA-1842-852F-FDD504DDBF98}" type="pres">
      <dgm:prSet presAssocID="{7D0D96E4-5566-5144-B528-67C07C445665}" presName="connectorText" presStyleLbl="sibTrans2D1" presStyleIdx="0" presStyleCnt="6"/>
      <dgm:spPr/>
    </dgm:pt>
    <dgm:pt modelId="{698E733D-9511-6845-908D-882DCC407CA3}" type="pres">
      <dgm:prSet presAssocID="{4990CD6F-A7EB-EE4B-8E1F-2F7AC8986C6E}" presName="node" presStyleLbl="node1" presStyleIdx="1" presStyleCnt="7">
        <dgm:presLayoutVars>
          <dgm:bulletEnabled val="1"/>
        </dgm:presLayoutVars>
      </dgm:prSet>
      <dgm:spPr/>
    </dgm:pt>
    <dgm:pt modelId="{BAF3B4AA-5839-A646-8487-5D64B0582B8C}" type="pres">
      <dgm:prSet presAssocID="{09FE569F-E848-3745-8D29-2953DF4CEA0A}" presName="sibTrans" presStyleLbl="sibTrans2D1" presStyleIdx="1" presStyleCnt="6"/>
      <dgm:spPr/>
    </dgm:pt>
    <dgm:pt modelId="{37E708AB-E145-6549-BEB9-1957A9397824}" type="pres">
      <dgm:prSet presAssocID="{09FE569F-E848-3745-8D29-2953DF4CEA0A}" presName="connectorText" presStyleLbl="sibTrans2D1" presStyleIdx="1" presStyleCnt="6"/>
      <dgm:spPr/>
    </dgm:pt>
    <dgm:pt modelId="{85DDF897-90A7-A84D-9CE3-7967B4A2F16F}" type="pres">
      <dgm:prSet presAssocID="{5E9CDED9-4C43-0342-8928-EA80B0038AFC}" presName="node" presStyleLbl="node1" presStyleIdx="2" presStyleCnt="7">
        <dgm:presLayoutVars>
          <dgm:bulletEnabled val="1"/>
        </dgm:presLayoutVars>
      </dgm:prSet>
      <dgm:spPr/>
    </dgm:pt>
    <dgm:pt modelId="{35D8FD23-F7F1-3543-8B63-6B52A9AC38FA}" type="pres">
      <dgm:prSet presAssocID="{C8C7DA57-5416-5B4B-A9C3-27134A40669A}" presName="sibTrans" presStyleLbl="sibTrans2D1" presStyleIdx="2" presStyleCnt="6"/>
      <dgm:spPr/>
    </dgm:pt>
    <dgm:pt modelId="{5C0B8010-C804-E841-BDB0-C5EAE6F9F4B9}" type="pres">
      <dgm:prSet presAssocID="{C8C7DA57-5416-5B4B-A9C3-27134A40669A}" presName="connectorText" presStyleLbl="sibTrans2D1" presStyleIdx="2" presStyleCnt="6"/>
      <dgm:spPr/>
    </dgm:pt>
    <dgm:pt modelId="{E7327E9C-7D98-8A43-BDCE-52787CBF7B5B}" type="pres">
      <dgm:prSet presAssocID="{F74E2CA7-8515-4843-9401-43046341007E}" presName="node" presStyleLbl="node1" presStyleIdx="3" presStyleCnt="7">
        <dgm:presLayoutVars>
          <dgm:bulletEnabled val="1"/>
        </dgm:presLayoutVars>
      </dgm:prSet>
      <dgm:spPr/>
    </dgm:pt>
    <dgm:pt modelId="{4E2EA771-A761-E24E-8880-ECA47EB324B2}" type="pres">
      <dgm:prSet presAssocID="{9D8F8D8D-4F21-1C44-BA4B-D44283F5E819}" presName="sibTrans" presStyleLbl="sibTrans2D1" presStyleIdx="3" presStyleCnt="6"/>
      <dgm:spPr/>
    </dgm:pt>
    <dgm:pt modelId="{3DC2226E-7830-554D-926A-928BDE0154DF}" type="pres">
      <dgm:prSet presAssocID="{9D8F8D8D-4F21-1C44-BA4B-D44283F5E819}" presName="connectorText" presStyleLbl="sibTrans2D1" presStyleIdx="3" presStyleCnt="6"/>
      <dgm:spPr/>
    </dgm:pt>
    <dgm:pt modelId="{52E08856-26B6-EE4D-BCAD-62AEB275A225}" type="pres">
      <dgm:prSet presAssocID="{903F5B0E-0E2E-9149-A504-B32A36EB3491}" presName="node" presStyleLbl="node1" presStyleIdx="4" presStyleCnt="7">
        <dgm:presLayoutVars>
          <dgm:bulletEnabled val="1"/>
        </dgm:presLayoutVars>
      </dgm:prSet>
      <dgm:spPr/>
    </dgm:pt>
    <dgm:pt modelId="{641D357F-AAD3-2842-9057-FE85DA0DA2A3}" type="pres">
      <dgm:prSet presAssocID="{D6B7245A-2355-E44E-B913-DD7D4547B51E}" presName="sibTrans" presStyleLbl="sibTrans2D1" presStyleIdx="4" presStyleCnt="6"/>
      <dgm:spPr/>
    </dgm:pt>
    <dgm:pt modelId="{B9F64E4A-92C8-0449-BF87-47CBE5233B82}" type="pres">
      <dgm:prSet presAssocID="{D6B7245A-2355-E44E-B913-DD7D4547B51E}" presName="connectorText" presStyleLbl="sibTrans2D1" presStyleIdx="4" presStyleCnt="6"/>
      <dgm:spPr/>
    </dgm:pt>
    <dgm:pt modelId="{F4E8B0D1-5AD4-A349-A76F-0CDE1B888DEB}" type="pres">
      <dgm:prSet presAssocID="{BF807795-F949-AF45-B7B9-328A50FA07D2}" presName="node" presStyleLbl="node1" presStyleIdx="5" presStyleCnt="7">
        <dgm:presLayoutVars>
          <dgm:bulletEnabled val="1"/>
        </dgm:presLayoutVars>
      </dgm:prSet>
      <dgm:spPr/>
    </dgm:pt>
    <dgm:pt modelId="{D9AAB520-64F0-CF40-AC35-AD7CE9F6C98F}" type="pres">
      <dgm:prSet presAssocID="{84080A4D-5E46-1847-9EC4-6A0495CD99A1}" presName="sibTrans" presStyleLbl="sibTrans2D1" presStyleIdx="5" presStyleCnt="6"/>
      <dgm:spPr/>
    </dgm:pt>
    <dgm:pt modelId="{F7BD8F58-A59E-9C4D-9154-143251EAC8E6}" type="pres">
      <dgm:prSet presAssocID="{84080A4D-5E46-1847-9EC4-6A0495CD99A1}" presName="connectorText" presStyleLbl="sibTrans2D1" presStyleIdx="5" presStyleCnt="6"/>
      <dgm:spPr/>
    </dgm:pt>
    <dgm:pt modelId="{9CF10AF2-1857-184C-8A87-F214FEE000C7}" type="pres">
      <dgm:prSet presAssocID="{CF8F23A7-8516-4040-8DA6-C58C509511FC}" presName="node" presStyleLbl="node1" presStyleIdx="6" presStyleCnt="7" custScaleX="94003">
        <dgm:presLayoutVars>
          <dgm:bulletEnabled val="1"/>
        </dgm:presLayoutVars>
      </dgm:prSet>
      <dgm:spPr/>
    </dgm:pt>
  </dgm:ptLst>
  <dgm:cxnLst>
    <dgm:cxn modelId="{0B211B27-15F3-B941-87E1-2EA621E5209D}" srcId="{92371502-2135-2246-A994-B9CA2C3B528D}" destId="{CF8F23A7-8516-4040-8DA6-C58C509511FC}" srcOrd="6" destOrd="0" parTransId="{A37F79B5-4215-D241-A515-9D4ACB976903}" sibTransId="{41D18D67-D197-2948-93F7-55C3F7B58AC3}"/>
    <dgm:cxn modelId="{32E1272A-33BD-6949-914B-93EAB8A7111E}" type="presOf" srcId="{7D0D96E4-5566-5144-B528-67C07C445665}" destId="{6A1A661C-FFDA-1842-852F-FDD504DDBF98}" srcOrd="1" destOrd="0" presId="urn:microsoft.com/office/officeart/2005/8/layout/process1"/>
    <dgm:cxn modelId="{0E03322C-D726-874F-AC20-A978E9F4CC13}" type="presOf" srcId="{5E9CDED9-4C43-0342-8928-EA80B0038AFC}" destId="{85DDF897-90A7-A84D-9CE3-7967B4A2F16F}" srcOrd="0" destOrd="0" presId="urn:microsoft.com/office/officeart/2005/8/layout/process1"/>
    <dgm:cxn modelId="{D1F2AC2D-E0F7-ED4D-B167-771BF844430E}" type="presOf" srcId="{09FE569F-E848-3745-8D29-2953DF4CEA0A}" destId="{37E708AB-E145-6549-BEB9-1957A9397824}" srcOrd="1" destOrd="0" presId="urn:microsoft.com/office/officeart/2005/8/layout/process1"/>
    <dgm:cxn modelId="{79123C30-37B9-5446-B655-378474AA0F48}" srcId="{92371502-2135-2246-A994-B9CA2C3B528D}" destId="{BF807795-F949-AF45-B7B9-328A50FA07D2}" srcOrd="5" destOrd="0" parTransId="{85EDE62B-8576-4C4F-88B7-5171318E3104}" sibTransId="{84080A4D-5E46-1847-9EC4-6A0495CD99A1}"/>
    <dgm:cxn modelId="{1CCED933-275A-894F-AC5B-27694F167E7E}" srcId="{92371502-2135-2246-A994-B9CA2C3B528D}" destId="{5E9CDED9-4C43-0342-8928-EA80B0038AFC}" srcOrd="2" destOrd="0" parTransId="{ECF47E92-6ED0-B04E-9EB4-8D4A1A60F470}" sibTransId="{C8C7DA57-5416-5B4B-A9C3-27134A40669A}"/>
    <dgm:cxn modelId="{4843F033-9AB3-F847-B36D-7A978A0ACFE4}" srcId="{92371502-2135-2246-A994-B9CA2C3B528D}" destId="{4990CD6F-A7EB-EE4B-8E1F-2F7AC8986C6E}" srcOrd="1" destOrd="0" parTransId="{EED01297-E613-9948-AAAC-F96D680D3992}" sibTransId="{09FE569F-E848-3745-8D29-2953DF4CEA0A}"/>
    <dgm:cxn modelId="{24C4ED47-C25C-5342-BD26-1061FA9D4515}" type="presOf" srcId="{C8C7DA57-5416-5B4B-A9C3-27134A40669A}" destId="{35D8FD23-F7F1-3543-8B63-6B52A9AC38FA}" srcOrd="0" destOrd="0" presId="urn:microsoft.com/office/officeart/2005/8/layout/process1"/>
    <dgm:cxn modelId="{2239DE55-B7C9-7F40-81C1-8D7D75CF7A63}" type="presOf" srcId="{7D0D96E4-5566-5144-B528-67C07C445665}" destId="{9079B706-07AC-3142-9EB7-73603E42E86D}" srcOrd="0" destOrd="0" presId="urn:microsoft.com/office/officeart/2005/8/layout/process1"/>
    <dgm:cxn modelId="{F6CA3A60-3C7F-1A4F-BDE7-00EE046EFA27}" type="presOf" srcId="{CF8F23A7-8516-4040-8DA6-C58C509511FC}" destId="{9CF10AF2-1857-184C-8A87-F214FEE000C7}" srcOrd="0" destOrd="0" presId="urn:microsoft.com/office/officeart/2005/8/layout/process1"/>
    <dgm:cxn modelId="{50A0D36C-43A5-0242-B882-38C359A24AC0}" type="presOf" srcId="{4990CD6F-A7EB-EE4B-8E1F-2F7AC8986C6E}" destId="{698E733D-9511-6845-908D-882DCC407CA3}" srcOrd="0" destOrd="0" presId="urn:microsoft.com/office/officeart/2005/8/layout/process1"/>
    <dgm:cxn modelId="{47EF0574-D489-8946-955A-A4DAD3B9DC1F}" type="presOf" srcId="{9D8F8D8D-4F21-1C44-BA4B-D44283F5E819}" destId="{4E2EA771-A761-E24E-8880-ECA47EB324B2}" srcOrd="0" destOrd="0" presId="urn:microsoft.com/office/officeart/2005/8/layout/process1"/>
    <dgm:cxn modelId="{75B9E580-C74F-B34D-A648-06246C88C3B6}" type="presOf" srcId="{92371502-2135-2246-A994-B9CA2C3B528D}" destId="{EDB91F69-2CBB-3F4E-8629-A94C96FD9097}" srcOrd="0" destOrd="0" presId="urn:microsoft.com/office/officeart/2005/8/layout/process1"/>
    <dgm:cxn modelId="{A2CEA690-C26A-8749-AA64-744758469573}" type="presOf" srcId="{903F5B0E-0E2E-9149-A504-B32A36EB3491}" destId="{52E08856-26B6-EE4D-BCAD-62AEB275A225}" srcOrd="0" destOrd="0" presId="urn:microsoft.com/office/officeart/2005/8/layout/process1"/>
    <dgm:cxn modelId="{87BCFB93-7F8F-BE47-B883-DC5258B17AAC}" srcId="{92371502-2135-2246-A994-B9CA2C3B528D}" destId="{903F5B0E-0E2E-9149-A504-B32A36EB3491}" srcOrd="4" destOrd="0" parTransId="{B09218C9-6898-6F47-95C2-D7B351115EEF}" sibTransId="{D6B7245A-2355-E44E-B913-DD7D4547B51E}"/>
    <dgm:cxn modelId="{493B14A0-AA4E-E143-BAEB-885CC6D788FF}" srcId="{92371502-2135-2246-A994-B9CA2C3B528D}" destId="{F74E2CA7-8515-4843-9401-43046341007E}" srcOrd="3" destOrd="0" parTransId="{B40A5577-981B-D14E-90E8-6A99CE2EAB32}" sibTransId="{9D8F8D8D-4F21-1C44-BA4B-D44283F5E819}"/>
    <dgm:cxn modelId="{82F6A0A1-4B72-A046-8FDC-7374CC5B4FC9}" type="presOf" srcId="{C8C7DA57-5416-5B4B-A9C3-27134A40669A}" destId="{5C0B8010-C804-E841-BDB0-C5EAE6F9F4B9}" srcOrd="1" destOrd="0" presId="urn:microsoft.com/office/officeart/2005/8/layout/process1"/>
    <dgm:cxn modelId="{B7081FA6-337A-A346-8F4E-1297F8906163}" type="presOf" srcId="{D6B7245A-2355-E44E-B913-DD7D4547B51E}" destId="{641D357F-AAD3-2842-9057-FE85DA0DA2A3}" srcOrd="0" destOrd="0" presId="urn:microsoft.com/office/officeart/2005/8/layout/process1"/>
    <dgm:cxn modelId="{BE11A7A6-66A4-B248-B9D6-06D4D7365392}" type="presOf" srcId="{F74E2CA7-8515-4843-9401-43046341007E}" destId="{E7327E9C-7D98-8A43-BDCE-52787CBF7B5B}" srcOrd="0" destOrd="0" presId="urn:microsoft.com/office/officeart/2005/8/layout/process1"/>
    <dgm:cxn modelId="{DCCCDDAB-0168-AC48-9B6A-D211CF479003}" type="presOf" srcId="{09FE569F-E848-3745-8D29-2953DF4CEA0A}" destId="{BAF3B4AA-5839-A646-8487-5D64B0582B8C}" srcOrd="0" destOrd="0" presId="urn:microsoft.com/office/officeart/2005/8/layout/process1"/>
    <dgm:cxn modelId="{C3D411AE-6608-8941-B5C1-08BA8BB978DF}" type="presOf" srcId="{84080A4D-5E46-1847-9EC4-6A0495CD99A1}" destId="{F7BD8F58-A59E-9C4D-9154-143251EAC8E6}" srcOrd="1" destOrd="0" presId="urn:microsoft.com/office/officeart/2005/8/layout/process1"/>
    <dgm:cxn modelId="{FF3EC6C1-71F1-024B-B26F-CCAC2A85B728}" type="presOf" srcId="{D6B7245A-2355-E44E-B913-DD7D4547B51E}" destId="{B9F64E4A-92C8-0449-BF87-47CBE5233B82}" srcOrd="1" destOrd="0" presId="urn:microsoft.com/office/officeart/2005/8/layout/process1"/>
    <dgm:cxn modelId="{297147C8-0028-FB4B-9B19-9F9B71F8D09B}" srcId="{92371502-2135-2246-A994-B9CA2C3B528D}" destId="{5D2D87E3-F764-0041-98FB-10CFE98152AA}" srcOrd="0" destOrd="0" parTransId="{57831AD4-3C76-5E4D-83CD-7A81CD7C89E2}" sibTransId="{7D0D96E4-5566-5144-B528-67C07C445665}"/>
    <dgm:cxn modelId="{AB535CC8-9012-5047-A8D9-57B171503731}" type="presOf" srcId="{BF807795-F949-AF45-B7B9-328A50FA07D2}" destId="{F4E8B0D1-5AD4-A349-A76F-0CDE1B888DEB}" srcOrd="0" destOrd="0" presId="urn:microsoft.com/office/officeart/2005/8/layout/process1"/>
    <dgm:cxn modelId="{8EF8C9ED-8884-E94A-95AA-93C0D4841F66}" type="presOf" srcId="{84080A4D-5E46-1847-9EC4-6A0495CD99A1}" destId="{D9AAB520-64F0-CF40-AC35-AD7CE9F6C98F}" srcOrd="0" destOrd="0" presId="urn:microsoft.com/office/officeart/2005/8/layout/process1"/>
    <dgm:cxn modelId="{1612CDF4-A01E-684A-ABC5-2E83A5EE4EE3}" type="presOf" srcId="{5D2D87E3-F764-0041-98FB-10CFE98152AA}" destId="{D67345CC-A644-3D4F-A293-DA3963F7BECD}" srcOrd="0" destOrd="0" presId="urn:microsoft.com/office/officeart/2005/8/layout/process1"/>
    <dgm:cxn modelId="{7355DFF4-926E-724B-BBE2-52BD0890746E}" type="presOf" srcId="{9D8F8D8D-4F21-1C44-BA4B-D44283F5E819}" destId="{3DC2226E-7830-554D-926A-928BDE0154DF}" srcOrd="1" destOrd="0" presId="urn:microsoft.com/office/officeart/2005/8/layout/process1"/>
    <dgm:cxn modelId="{3FF05D15-2EF2-074B-B1D8-785D18A5FBC8}" type="presParOf" srcId="{EDB91F69-2CBB-3F4E-8629-A94C96FD9097}" destId="{D67345CC-A644-3D4F-A293-DA3963F7BECD}" srcOrd="0" destOrd="0" presId="urn:microsoft.com/office/officeart/2005/8/layout/process1"/>
    <dgm:cxn modelId="{EBC43EF2-CDD5-104E-9017-0E4B7C20203E}" type="presParOf" srcId="{EDB91F69-2CBB-3F4E-8629-A94C96FD9097}" destId="{9079B706-07AC-3142-9EB7-73603E42E86D}" srcOrd="1" destOrd="0" presId="urn:microsoft.com/office/officeart/2005/8/layout/process1"/>
    <dgm:cxn modelId="{9250009D-C6DD-E343-890A-4D56CE0879A5}" type="presParOf" srcId="{9079B706-07AC-3142-9EB7-73603E42E86D}" destId="{6A1A661C-FFDA-1842-852F-FDD504DDBF98}" srcOrd="0" destOrd="0" presId="urn:microsoft.com/office/officeart/2005/8/layout/process1"/>
    <dgm:cxn modelId="{3CA594C2-BB6E-FC4B-8A06-4496F0178248}" type="presParOf" srcId="{EDB91F69-2CBB-3F4E-8629-A94C96FD9097}" destId="{698E733D-9511-6845-908D-882DCC407CA3}" srcOrd="2" destOrd="0" presId="urn:microsoft.com/office/officeart/2005/8/layout/process1"/>
    <dgm:cxn modelId="{895B3ABB-BE56-224A-861F-92CF861D1029}" type="presParOf" srcId="{EDB91F69-2CBB-3F4E-8629-A94C96FD9097}" destId="{BAF3B4AA-5839-A646-8487-5D64B0582B8C}" srcOrd="3" destOrd="0" presId="urn:microsoft.com/office/officeart/2005/8/layout/process1"/>
    <dgm:cxn modelId="{66680BEC-D89A-C743-A468-102BD857D516}" type="presParOf" srcId="{BAF3B4AA-5839-A646-8487-5D64B0582B8C}" destId="{37E708AB-E145-6549-BEB9-1957A9397824}" srcOrd="0" destOrd="0" presId="urn:microsoft.com/office/officeart/2005/8/layout/process1"/>
    <dgm:cxn modelId="{997A8CD6-D50D-744F-80CD-675A52DC8716}" type="presParOf" srcId="{EDB91F69-2CBB-3F4E-8629-A94C96FD9097}" destId="{85DDF897-90A7-A84D-9CE3-7967B4A2F16F}" srcOrd="4" destOrd="0" presId="urn:microsoft.com/office/officeart/2005/8/layout/process1"/>
    <dgm:cxn modelId="{5F5A2981-5A03-3B42-A817-6CC397C18CFC}" type="presParOf" srcId="{EDB91F69-2CBB-3F4E-8629-A94C96FD9097}" destId="{35D8FD23-F7F1-3543-8B63-6B52A9AC38FA}" srcOrd="5" destOrd="0" presId="urn:microsoft.com/office/officeart/2005/8/layout/process1"/>
    <dgm:cxn modelId="{BC11A133-3AF4-A340-8C67-0A10F9437CE5}" type="presParOf" srcId="{35D8FD23-F7F1-3543-8B63-6B52A9AC38FA}" destId="{5C0B8010-C804-E841-BDB0-C5EAE6F9F4B9}" srcOrd="0" destOrd="0" presId="urn:microsoft.com/office/officeart/2005/8/layout/process1"/>
    <dgm:cxn modelId="{87668341-2A94-D741-9361-6860DEE9BF4A}" type="presParOf" srcId="{EDB91F69-2CBB-3F4E-8629-A94C96FD9097}" destId="{E7327E9C-7D98-8A43-BDCE-52787CBF7B5B}" srcOrd="6" destOrd="0" presId="urn:microsoft.com/office/officeart/2005/8/layout/process1"/>
    <dgm:cxn modelId="{CE75CD07-4B07-8741-8FDA-ABE2A6EA1A51}" type="presParOf" srcId="{EDB91F69-2CBB-3F4E-8629-A94C96FD9097}" destId="{4E2EA771-A761-E24E-8880-ECA47EB324B2}" srcOrd="7" destOrd="0" presId="urn:microsoft.com/office/officeart/2005/8/layout/process1"/>
    <dgm:cxn modelId="{50037F34-A4F0-5F4B-A0D1-E05518BCAB19}" type="presParOf" srcId="{4E2EA771-A761-E24E-8880-ECA47EB324B2}" destId="{3DC2226E-7830-554D-926A-928BDE0154DF}" srcOrd="0" destOrd="0" presId="urn:microsoft.com/office/officeart/2005/8/layout/process1"/>
    <dgm:cxn modelId="{E0D7D086-2F8E-5842-93BC-25F91FB8C866}" type="presParOf" srcId="{EDB91F69-2CBB-3F4E-8629-A94C96FD9097}" destId="{52E08856-26B6-EE4D-BCAD-62AEB275A225}" srcOrd="8" destOrd="0" presId="urn:microsoft.com/office/officeart/2005/8/layout/process1"/>
    <dgm:cxn modelId="{D632E7EF-C57D-0947-8562-7E5B851DFF9E}" type="presParOf" srcId="{EDB91F69-2CBB-3F4E-8629-A94C96FD9097}" destId="{641D357F-AAD3-2842-9057-FE85DA0DA2A3}" srcOrd="9" destOrd="0" presId="urn:microsoft.com/office/officeart/2005/8/layout/process1"/>
    <dgm:cxn modelId="{CE456646-282C-FD47-9337-7784C0DDF6E4}" type="presParOf" srcId="{641D357F-AAD3-2842-9057-FE85DA0DA2A3}" destId="{B9F64E4A-92C8-0449-BF87-47CBE5233B82}" srcOrd="0" destOrd="0" presId="urn:microsoft.com/office/officeart/2005/8/layout/process1"/>
    <dgm:cxn modelId="{B3209C34-3193-4B4E-8FBD-6807EF084C90}" type="presParOf" srcId="{EDB91F69-2CBB-3F4E-8629-A94C96FD9097}" destId="{F4E8B0D1-5AD4-A349-A76F-0CDE1B888DEB}" srcOrd="10" destOrd="0" presId="urn:microsoft.com/office/officeart/2005/8/layout/process1"/>
    <dgm:cxn modelId="{941256ED-B8C0-F34A-BFD1-5DC56789A89C}" type="presParOf" srcId="{EDB91F69-2CBB-3F4E-8629-A94C96FD9097}" destId="{D9AAB520-64F0-CF40-AC35-AD7CE9F6C98F}" srcOrd="11" destOrd="0" presId="urn:microsoft.com/office/officeart/2005/8/layout/process1"/>
    <dgm:cxn modelId="{BB4FDC06-D413-5C42-B2A0-F8826E12563A}" type="presParOf" srcId="{D9AAB520-64F0-CF40-AC35-AD7CE9F6C98F}" destId="{F7BD8F58-A59E-9C4D-9154-143251EAC8E6}" srcOrd="0" destOrd="0" presId="urn:microsoft.com/office/officeart/2005/8/layout/process1"/>
    <dgm:cxn modelId="{ED91909B-670E-1948-BFD3-181D9CC0DCFC}" type="presParOf" srcId="{EDB91F69-2CBB-3F4E-8629-A94C96FD9097}" destId="{9CF10AF2-1857-184C-8A87-F214FEE000C7}" srcOrd="1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FA5406-3DAD-F647-AD87-0A0DDC64E37E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6696A139-B79A-1649-9559-EB1979CD87CC}">
      <dgm:prSet phldrT="[Text]"/>
      <dgm:spPr/>
      <dgm:t>
        <a:bodyPr/>
        <a:lstStyle/>
        <a:p>
          <a:pPr rtl="0"/>
          <a:r>
            <a:rPr lang="en-US" dirty="0"/>
            <a:t>Residue generation</a:t>
          </a:r>
        </a:p>
      </dgm:t>
    </dgm:pt>
    <dgm:pt modelId="{AF5E6120-5E73-B24F-A651-B8BE4669215E}" type="parTrans" cxnId="{BFD49673-7673-9346-8100-655D775F1115}">
      <dgm:prSet/>
      <dgm:spPr/>
      <dgm:t>
        <a:bodyPr/>
        <a:lstStyle/>
        <a:p>
          <a:endParaRPr lang="en-US"/>
        </a:p>
      </dgm:t>
    </dgm:pt>
    <dgm:pt modelId="{C2B0595F-A794-614B-B14E-934E4BED2A69}" type="sibTrans" cxnId="{BFD49673-7673-9346-8100-655D775F1115}">
      <dgm:prSet/>
      <dgm:spPr/>
      <dgm:t>
        <a:bodyPr/>
        <a:lstStyle/>
        <a:p>
          <a:endParaRPr lang="en-US"/>
        </a:p>
      </dgm:t>
    </dgm:pt>
    <dgm:pt modelId="{14902C1E-B8D6-5445-9F96-B9DD39DF6692}">
      <dgm:prSet phldrT="[Text]"/>
      <dgm:spPr/>
      <dgm:t>
        <a:bodyPr/>
        <a:lstStyle/>
        <a:p>
          <a:pPr rtl="0"/>
          <a:r>
            <a:rPr lang="en-US" dirty="0"/>
            <a:t>Residue Transport</a:t>
          </a:r>
        </a:p>
      </dgm:t>
    </dgm:pt>
    <dgm:pt modelId="{99A4B36A-D50C-364D-8893-9AA8A00C8DE8}" type="parTrans" cxnId="{3093CDE1-4D8A-E74F-9CA5-FB99429E262A}">
      <dgm:prSet/>
      <dgm:spPr/>
      <dgm:t>
        <a:bodyPr/>
        <a:lstStyle/>
        <a:p>
          <a:endParaRPr lang="en-US"/>
        </a:p>
      </dgm:t>
    </dgm:pt>
    <dgm:pt modelId="{BC7B18F6-CC99-E041-9580-09E54585A4F2}" type="sibTrans" cxnId="{3093CDE1-4D8A-E74F-9CA5-FB99429E262A}">
      <dgm:prSet/>
      <dgm:spPr/>
      <dgm:t>
        <a:bodyPr/>
        <a:lstStyle/>
        <a:p>
          <a:endParaRPr lang="en-US"/>
        </a:p>
      </dgm:t>
    </dgm:pt>
    <dgm:pt modelId="{BB0D6299-09B0-3940-9422-149D39019B5F}">
      <dgm:prSet phldrT="[Text]"/>
      <dgm:spPr/>
      <dgm:t>
        <a:bodyPr/>
        <a:lstStyle/>
        <a:p>
          <a:r>
            <a:rPr lang="en-US" dirty="0"/>
            <a:t>Valorization</a:t>
          </a:r>
        </a:p>
      </dgm:t>
    </dgm:pt>
    <dgm:pt modelId="{4525B180-C664-7849-8D92-6E2461097226}" type="parTrans" cxnId="{00BC378F-2251-E249-A0E3-BA2DBFF1C804}">
      <dgm:prSet/>
      <dgm:spPr/>
      <dgm:t>
        <a:bodyPr/>
        <a:lstStyle/>
        <a:p>
          <a:endParaRPr lang="en-US"/>
        </a:p>
      </dgm:t>
    </dgm:pt>
    <dgm:pt modelId="{1B7475E9-5EE1-D84C-BB30-2341024E3B8E}" type="sibTrans" cxnId="{00BC378F-2251-E249-A0E3-BA2DBFF1C804}">
      <dgm:prSet/>
      <dgm:spPr/>
      <dgm:t>
        <a:bodyPr/>
        <a:lstStyle/>
        <a:p>
          <a:endParaRPr lang="en-US"/>
        </a:p>
      </dgm:t>
    </dgm:pt>
    <dgm:pt modelId="{A055B867-2D91-8345-94A6-5DB92E16D320}">
      <dgm:prSet phldrT="[Text]"/>
      <dgm:spPr/>
      <dgm:t>
        <a:bodyPr/>
        <a:lstStyle/>
        <a:p>
          <a:r>
            <a:rPr lang="en-US" dirty="0"/>
            <a:t>Useful output</a:t>
          </a:r>
        </a:p>
      </dgm:t>
    </dgm:pt>
    <dgm:pt modelId="{4B9E02F6-BE34-AF4A-A316-1D1909E37FD6}" type="parTrans" cxnId="{94530CE8-0585-084C-8BE1-3ABB9AB239EA}">
      <dgm:prSet/>
      <dgm:spPr/>
      <dgm:t>
        <a:bodyPr/>
        <a:lstStyle/>
        <a:p>
          <a:endParaRPr lang="en-US"/>
        </a:p>
      </dgm:t>
    </dgm:pt>
    <dgm:pt modelId="{0C8C5E2C-5F9B-2040-9FAD-1791EE5ECA7B}" type="sibTrans" cxnId="{94530CE8-0585-084C-8BE1-3ABB9AB239EA}">
      <dgm:prSet/>
      <dgm:spPr/>
      <dgm:t>
        <a:bodyPr/>
        <a:lstStyle/>
        <a:p>
          <a:endParaRPr lang="en-US"/>
        </a:p>
      </dgm:t>
    </dgm:pt>
    <dgm:pt modelId="{25958A1E-3200-1144-B3E0-248785772313}">
      <dgm:prSet phldrT="[Text]"/>
      <dgm:spPr/>
      <dgm:t>
        <a:bodyPr/>
        <a:lstStyle/>
        <a:p>
          <a:r>
            <a:rPr lang="en-US" dirty="0"/>
            <a:t>return or sale</a:t>
          </a:r>
        </a:p>
      </dgm:t>
    </dgm:pt>
    <dgm:pt modelId="{265E48F6-559E-5B48-AC54-60C255E1A3DD}" type="parTrans" cxnId="{A96D2F48-C9BE-0D45-B2FD-3EF65266A0A1}">
      <dgm:prSet/>
      <dgm:spPr/>
      <dgm:t>
        <a:bodyPr/>
        <a:lstStyle/>
        <a:p>
          <a:endParaRPr lang="en-US"/>
        </a:p>
      </dgm:t>
    </dgm:pt>
    <dgm:pt modelId="{D41ECB20-5790-8942-BDA8-9490BE84B257}" type="sibTrans" cxnId="{A96D2F48-C9BE-0D45-B2FD-3EF65266A0A1}">
      <dgm:prSet/>
      <dgm:spPr/>
      <dgm:t>
        <a:bodyPr/>
        <a:lstStyle/>
        <a:p>
          <a:endParaRPr lang="en-US"/>
        </a:p>
      </dgm:t>
    </dgm:pt>
    <dgm:pt modelId="{C2956CF3-89FB-DB4F-A443-624C49057E17}">
      <dgm:prSet phldrT="[Text]"/>
      <dgm:spPr/>
      <dgm:t>
        <a:bodyPr/>
        <a:lstStyle/>
        <a:p>
          <a:r>
            <a:rPr lang="en-US" dirty="0"/>
            <a:t>environmental accounting</a:t>
          </a:r>
        </a:p>
      </dgm:t>
    </dgm:pt>
    <dgm:pt modelId="{62C55E33-00D7-7E46-A8A9-E1D8247E9F37}" type="parTrans" cxnId="{C3F1FFF5-5B2B-7B4B-A82D-135C07FFAB52}">
      <dgm:prSet/>
      <dgm:spPr/>
      <dgm:t>
        <a:bodyPr/>
        <a:lstStyle/>
        <a:p>
          <a:endParaRPr lang="en-US"/>
        </a:p>
      </dgm:t>
    </dgm:pt>
    <dgm:pt modelId="{840DECF2-A255-EC4D-AC4B-C3E274BEE4D9}" type="sibTrans" cxnId="{C3F1FFF5-5B2B-7B4B-A82D-135C07FFAB52}">
      <dgm:prSet/>
      <dgm:spPr/>
      <dgm:t>
        <a:bodyPr/>
        <a:lstStyle/>
        <a:p>
          <a:endParaRPr lang="en-US"/>
        </a:p>
      </dgm:t>
    </dgm:pt>
    <dgm:pt modelId="{494D3305-3D6D-F048-89AD-9C985DA5CB15}" type="pres">
      <dgm:prSet presAssocID="{0AFA5406-3DAD-F647-AD87-0A0DDC64E37E}" presName="Name0" presStyleCnt="0">
        <dgm:presLayoutVars>
          <dgm:dir/>
          <dgm:resizeHandles val="exact"/>
        </dgm:presLayoutVars>
      </dgm:prSet>
      <dgm:spPr/>
    </dgm:pt>
    <dgm:pt modelId="{06265D68-0891-F740-A66E-ACF32270DE13}" type="pres">
      <dgm:prSet presAssocID="{6696A139-B79A-1649-9559-EB1979CD87CC}" presName="node" presStyleLbl="node1" presStyleIdx="0" presStyleCnt="6">
        <dgm:presLayoutVars>
          <dgm:bulletEnabled val="1"/>
        </dgm:presLayoutVars>
      </dgm:prSet>
      <dgm:spPr/>
    </dgm:pt>
    <dgm:pt modelId="{9A5CDC33-320C-F942-95EC-4091F2501CEE}" type="pres">
      <dgm:prSet presAssocID="{C2B0595F-A794-614B-B14E-934E4BED2A69}" presName="sibTrans" presStyleLbl="sibTrans2D1" presStyleIdx="0" presStyleCnt="5"/>
      <dgm:spPr/>
    </dgm:pt>
    <dgm:pt modelId="{1B389595-1F8B-C045-8C9D-206FBD1023D9}" type="pres">
      <dgm:prSet presAssocID="{C2B0595F-A794-614B-B14E-934E4BED2A69}" presName="connectorText" presStyleLbl="sibTrans2D1" presStyleIdx="0" presStyleCnt="5"/>
      <dgm:spPr/>
    </dgm:pt>
    <dgm:pt modelId="{F87DE4EC-31DA-944E-B067-89445EAA69D4}" type="pres">
      <dgm:prSet presAssocID="{14902C1E-B8D6-5445-9F96-B9DD39DF6692}" presName="node" presStyleLbl="node1" presStyleIdx="1" presStyleCnt="6">
        <dgm:presLayoutVars>
          <dgm:bulletEnabled val="1"/>
        </dgm:presLayoutVars>
      </dgm:prSet>
      <dgm:spPr/>
    </dgm:pt>
    <dgm:pt modelId="{0D0726FF-E78A-714A-A447-2DD78333DBA3}" type="pres">
      <dgm:prSet presAssocID="{BC7B18F6-CC99-E041-9580-09E54585A4F2}" presName="sibTrans" presStyleLbl="sibTrans2D1" presStyleIdx="1" presStyleCnt="5"/>
      <dgm:spPr/>
    </dgm:pt>
    <dgm:pt modelId="{4F1B8E1D-DC3C-AF4F-A189-CCF8617E5808}" type="pres">
      <dgm:prSet presAssocID="{BC7B18F6-CC99-E041-9580-09E54585A4F2}" presName="connectorText" presStyleLbl="sibTrans2D1" presStyleIdx="1" presStyleCnt="5"/>
      <dgm:spPr/>
    </dgm:pt>
    <dgm:pt modelId="{A6E5D19B-7369-CD4A-B03F-671FA0ECBB3F}" type="pres">
      <dgm:prSet presAssocID="{BB0D6299-09B0-3940-9422-149D39019B5F}" presName="node" presStyleLbl="node1" presStyleIdx="2" presStyleCnt="6">
        <dgm:presLayoutVars>
          <dgm:bulletEnabled val="1"/>
        </dgm:presLayoutVars>
      </dgm:prSet>
      <dgm:spPr/>
    </dgm:pt>
    <dgm:pt modelId="{74024847-E253-C143-9F7E-9A8B10A04BFE}" type="pres">
      <dgm:prSet presAssocID="{1B7475E9-5EE1-D84C-BB30-2341024E3B8E}" presName="sibTrans" presStyleLbl="sibTrans2D1" presStyleIdx="2" presStyleCnt="5"/>
      <dgm:spPr/>
    </dgm:pt>
    <dgm:pt modelId="{FAB44572-0DE2-E44D-8BBD-5B0469D591D3}" type="pres">
      <dgm:prSet presAssocID="{1B7475E9-5EE1-D84C-BB30-2341024E3B8E}" presName="connectorText" presStyleLbl="sibTrans2D1" presStyleIdx="2" presStyleCnt="5"/>
      <dgm:spPr/>
    </dgm:pt>
    <dgm:pt modelId="{B9B469D9-096B-AD4C-A941-74A81F8AC129}" type="pres">
      <dgm:prSet presAssocID="{A055B867-2D91-8345-94A6-5DB92E16D320}" presName="node" presStyleLbl="node1" presStyleIdx="3" presStyleCnt="6">
        <dgm:presLayoutVars>
          <dgm:bulletEnabled val="1"/>
        </dgm:presLayoutVars>
      </dgm:prSet>
      <dgm:spPr/>
    </dgm:pt>
    <dgm:pt modelId="{A9823B30-7945-AB4D-AD96-BE498B1AF789}" type="pres">
      <dgm:prSet presAssocID="{0C8C5E2C-5F9B-2040-9FAD-1791EE5ECA7B}" presName="sibTrans" presStyleLbl="sibTrans2D1" presStyleIdx="3" presStyleCnt="5"/>
      <dgm:spPr/>
    </dgm:pt>
    <dgm:pt modelId="{9F64381E-6DD6-3949-B70D-52B54F723317}" type="pres">
      <dgm:prSet presAssocID="{0C8C5E2C-5F9B-2040-9FAD-1791EE5ECA7B}" presName="connectorText" presStyleLbl="sibTrans2D1" presStyleIdx="3" presStyleCnt="5"/>
      <dgm:spPr/>
    </dgm:pt>
    <dgm:pt modelId="{C1D8919C-AE18-3143-9A21-DCE81C2D68CA}" type="pres">
      <dgm:prSet presAssocID="{25958A1E-3200-1144-B3E0-248785772313}" presName="node" presStyleLbl="node1" presStyleIdx="4" presStyleCnt="6">
        <dgm:presLayoutVars>
          <dgm:bulletEnabled val="1"/>
        </dgm:presLayoutVars>
      </dgm:prSet>
      <dgm:spPr/>
    </dgm:pt>
    <dgm:pt modelId="{CC701486-B41D-FE4D-B3F9-E409CCD33394}" type="pres">
      <dgm:prSet presAssocID="{D41ECB20-5790-8942-BDA8-9490BE84B257}" presName="sibTrans" presStyleLbl="sibTrans2D1" presStyleIdx="4" presStyleCnt="5"/>
      <dgm:spPr/>
    </dgm:pt>
    <dgm:pt modelId="{7FE9F493-B18E-B140-B0D1-64D4271D8221}" type="pres">
      <dgm:prSet presAssocID="{D41ECB20-5790-8942-BDA8-9490BE84B257}" presName="connectorText" presStyleLbl="sibTrans2D1" presStyleIdx="4" presStyleCnt="5"/>
      <dgm:spPr/>
    </dgm:pt>
    <dgm:pt modelId="{60EB8118-BAAE-0E40-91C2-EBC05651CC6C}" type="pres">
      <dgm:prSet presAssocID="{C2956CF3-89FB-DB4F-A443-624C49057E17}" presName="node" presStyleLbl="node1" presStyleIdx="5" presStyleCnt="6">
        <dgm:presLayoutVars>
          <dgm:bulletEnabled val="1"/>
        </dgm:presLayoutVars>
      </dgm:prSet>
      <dgm:spPr/>
    </dgm:pt>
  </dgm:ptLst>
  <dgm:cxnLst>
    <dgm:cxn modelId="{FD9C7904-9A42-D241-8F93-B01106F1E103}" type="presOf" srcId="{D41ECB20-5790-8942-BDA8-9490BE84B257}" destId="{CC701486-B41D-FE4D-B3F9-E409CCD33394}" srcOrd="0" destOrd="0" presId="urn:microsoft.com/office/officeart/2005/8/layout/process1"/>
    <dgm:cxn modelId="{4FF6060C-C10A-934B-8266-6A9183F295E3}" type="presOf" srcId="{14902C1E-B8D6-5445-9F96-B9DD39DF6692}" destId="{F87DE4EC-31DA-944E-B067-89445EAA69D4}" srcOrd="0" destOrd="0" presId="urn:microsoft.com/office/officeart/2005/8/layout/process1"/>
    <dgm:cxn modelId="{BB82070F-6766-954D-AFA2-BB0BD4C9EC64}" type="presOf" srcId="{BB0D6299-09B0-3940-9422-149D39019B5F}" destId="{A6E5D19B-7369-CD4A-B03F-671FA0ECBB3F}" srcOrd="0" destOrd="0" presId="urn:microsoft.com/office/officeart/2005/8/layout/process1"/>
    <dgm:cxn modelId="{C09B5A1A-0AD6-3E4A-8EAB-BCBB625ACC70}" type="presOf" srcId="{BC7B18F6-CC99-E041-9580-09E54585A4F2}" destId="{0D0726FF-E78A-714A-A447-2DD78333DBA3}" srcOrd="0" destOrd="0" presId="urn:microsoft.com/office/officeart/2005/8/layout/process1"/>
    <dgm:cxn modelId="{29B3E322-F3C1-DD44-A425-B7598F9D43BF}" type="presOf" srcId="{25958A1E-3200-1144-B3E0-248785772313}" destId="{C1D8919C-AE18-3143-9A21-DCE81C2D68CA}" srcOrd="0" destOrd="0" presId="urn:microsoft.com/office/officeart/2005/8/layout/process1"/>
    <dgm:cxn modelId="{03F26234-FC27-1F45-9449-A0EB626742DD}" type="presOf" srcId="{D41ECB20-5790-8942-BDA8-9490BE84B257}" destId="{7FE9F493-B18E-B140-B0D1-64D4271D8221}" srcOrd="1" destOrd="0" presId="urn:microsoft.com/office/officeart/2005/8/layout/process1"/>
    <dgm:cxn modelId="{22602948-A24C-F248-9C6A-73E5B3B9E820}" type="presOf" srcId="{C2956CF3-89FB-DB4F-A443-624C49057E17}" destId="{60EB8118-BAAE-0E40-91C2-EBC05651CC6C}" srcOrd="0" destOrd="0" presId="urn:microsoft.com/office/officeart/2005/8/layout/process1"/>
    <dgm:cxn modelId="{A96D2F48-C9BE-0D45-B2FD-3EF65266A0A1}" srcId="{0AFA5406-3DAD-F647-AD87-0A0DDC64E37E}" destId="{25958A1E-3200-1144-B3E0-248785772313}" srcOrd="4" destOrd="0" parTransId="{265E48F6-559E-5B48-AC54-60C255E1A3DD}" sibTransId="{D41ECB20-5790-8942-BDA8-9490BE84B257}"/>
    <dgm:cxn modelId="{7771CF49-24FF-6C4B-A814-0AB63D7DC453}" type="presOf" srcId="{A055B867-2D91-8345-94A6-5DB92E16D320}" destId="{B9B469D9-096B-AD4C-A941-74A81F8AC129}" srcOrd="0" destOrd="0" presId="urn:microsoft.com/office/officeart/2005/8/layout/process1"/>
    <dgm:cxn modelId="{9D555169-F54B-D849-96BD-7E6DEEC7657E}" type="presOf" srcId="{1B7475E9-5EE1-D84C-BB30-2341024E3B8E}" destId="{FAB44572-0DE2-E44D-8BBD-5B0469D591D3}" srcOrd="1" destOrd="0" presId="urn:microsoft.com/office/officeart/2005/8/layout/process1"/>
    <dgm:cxn modelId="{BFD49673-7673-9346-8100-655D775F1115}" srcId="{0AFA5406-3DAD-F647-AD87-0A0DDC64E37E}" destId="{6696A139-B79A-1649-9559-EB1979CD87CC}" srcOrd="0" destOrd="0" parTransId="{AF5E6120-5E73-B24F-A651-B8BE4669215E}" sibTransId="{C2B0595F-A794-614B-B14E-934E4BED2A69}"/>
    <dgm:cxn modelId="{9084DE76-AA4A-3041-BDAA-7B34617EA400}" type="presOf" srcId="{6696A139-B79A-1649-9559-EB1979CD87CC}" destId="{06265D68-0891-F740-A66E-ACF32270DE13}" srcOrd="0" destOrd="0" presId="urn:microsoft.com/office/officeart/2005/8/layout/process1"/>
    <dgm:cxn modelId="{00BC378F-2251-E249-A0E3-BA2DBFF1C804}" srcId="{0AFA5406-3DAD-F647-AD87-0A0DDC64E37E}" destId="{BB0D6299-09B0-3940-9422-149D39019B5F}" srcOrd="2" destOrd="0" parTransId="{4525B180-C664-7849-8D92-6E2461097226}" sibTransId="{1B7475E9-5EE1-D84C-BB30-2341024E3B8E}"/>
    <dgm:cxn modelId="{BE1D8B9E-A289-AC4E-AEB1-40A629148599}" type="presOf" srcId="{BC7B18F6-CC99-E041-9580-09E54585A4F2}" destId="{4F1B8E1D-DC3C-AF4F-A189-CCF8617E5808}" srcOrd="1" destOrd="0" presId="urn:microsoft.com/office/officeart/2005/8/layout/process1"/>
    <dgm:cxn modelId="{2D988AB8-2354-C14E-A834-6555E9F3886F}" type="presOf" srcId="{0C8C5E2C-5F9B-2040-9FAD-1791EE5ECA7B}" destId="{9F64381E-6DD6-3949-B70D-52B54F723317}" srcOrd="1" destOrd="0" presId="urn:microsoft.com/office/officeart/2005/8/layout/process1"/>
    <dgm:cxn modelId="{8D62C1B9-5888-7F41-AEFF-D81F5FE9436A}" type="presOf" srcId="{C2B0595F-A794-614B-B14E-934E4BED2A69}" destId="{9A5CDC33-320C-F942-95EC-4091F2501CEE}" srcOrd="0" destOrd="0" presId="urn:microsoft.com/office/officeart/2005/8/layout/process1"/>
    <dgm:cxn modelId="{D3B672D5-8C6D-044D-9CF1-3D9A42FEB8FA}" type="presOf" srcId="{1B7475E9-5EE1-D84C-BB30-2341024E3B8E}" destId="{74024847-E253-C143-9F7E-9A8B10A04BFE}" srcOrd="0" destOrd="0" presId="urn:microsoft.com/office/officeart/2005/8/layout/process1"/>
    <dgm:cxn modelId="{006077DA-A012-BB49-A961-92B4832B5EA6}" type="presOf" srcId="{0C8C5E2C-5F9B-2040-9FAD-1791EE5ECA7B}" destId="{A9823B30-7945-AB4D-AD96-BE498B1AF789}" srcOrd="0" destOrd="0" presId="urn:microsoft.com/office/officeart/2005/8/layout/process1"/>
    <dgm:cxn modelId="{3093CDE1-4D8A-E74F-9CA5-FB99429E262A}" srcId="{0AFA5406-3DAD-F647-AD87-0A0DDC64E37E}" destId="{14902C1E-B8D6-5445-9F96-B9DD39DF6692}" srcOrd="1" destOrd="0" parTransId="{99A4B36A-D50C-364D-8893-9AA8A00C8DE8}" sibTransId="{BC7B18F6-CC99-E041-9580-09E54585A4F2}"/>
    <dgm:cxn modelId="{94530CE8-0585-084C-8BE1-3ABB9AB239EA}" srcId="{0AFA5406-3DAD-F647-AD87-0A0DDC64E37E}" destId="{A055B867-2D91-8345-94A6-5DB92E16D320}" srcOrd="3" destOrd="0" parTransId="{4B9E02F6-BE34-AF4A-A316-1D1909E37FD6}" sibTransId="{0C8C5E2C-5F9B-2040-9FAD-1791EE5ECA7B}"/>
    <dgm:cxn modelId="{C3F1FFF5-5B2B-7B4B-A82D-135C07FFAB52}" srcId="{0AFA5406-3DAD-F647-AD87-0A0DDC64E37E}" destId="{C2956CF3-89FB-DB4F-A443-624C49057E17}" srcOrd="5" destOrd="0" parTransId="{62C55E33-00D7-7E46-A8A9-E1D8247E9F37}" sibTransId="{840DECF2-A255-EC4D-AC4B-C3E274BEE4D9}"/>
    <dgm:cxn modelId="{9EA958FD-1D1F-E548-B915-97667C10FBE9}" type="presOf" srcId="{C2B0595F-A794-614B-B14E-934E4BED2A69}" destId="{1B389595-1F8B-C045-8C9D-206FBD1023D9}" srcOrd="1" destOrd="0" presId="urn:microsoft.com/office/officeart/2005/8/layout/process1"/>
    <dgm:cxn modelId="{65FC42FF-68FD-914F-A5B6-12716C09A31C}" type="presOf" srcId="{0AFA5406-3DAD-F647-AD87-0A0DDC64E37E}" destId="{494D3305-3D6D-F048-89AD-9C985DA5CB15}" srcOrd="0" destOrd="0" presId="urn:microsoft.com/office/officeart/2005/8/layout/process1"/>
    <dgm:cxn modelId="{49D33D84-2469-DD47-8251-4FA48E58CAF4}" type="presParOf" srcId="{494D3305-3D6D-F048-89AD-9C985DA5CB15}" destId="{06265D68-0891-F740-A66E-ACF32270DE13}" srcOrd="0" destOrd="0" presId="urn:microsoft.com/office/officeart/2005/8/layout/process1"/>
    <dgm:cxn modelId="{F1B14654-488D-AA48-AEEF-13CDAB20C84F}" type="presParOf" srcId="{494D3305-3D6D-F048-89AD-9C985DA5CB15}" destId="{9A5CDC33-320C-F942-95EC-4091F2501CEE}" srcOrd="1" destOrd="0" presId="urn:microsoft.com/office/officeart/2005/8/layout/process1"/>
    <dgm:cxn modelId="{C238C0DC-2E6A-6641-865C-BD1215439D2A}" type="presParOf" srcId="{9A5CDC33-320C-F942-95EC-4091F2501CEE}" destId="{1B389595-1F8B-C045-8C9D-206FBD1023D9}" srcOrd="0" destOrd="0" presId="urn:microsoft.com/office/officeart/2005/8/layout/process1"/>
    <dgm:cxn modelId="{E6484579-0958-F448-9730-7627624C12C5}" type="presParOf" srcId="{494D3305-3D6D-F048-89AD-9C985DA5CB15}" destId="{F87DE4EC-31DA-944E-B067-89445EAA69D4}" srcOrd="2" destOrd="0" presId="urn:microsoft.com/office/officeart/2005/8/layout/process1"/>
    <dgm:cxn modelId="{2C14D6CE-CC79-9843-8388-73902EC64CBD}" type="presParOf" srcId="{494D3305-3D6D-F048-89AD-9C985DA5CB15}" destId="{0D0726FF-E78A-714A-A447-2DD78333DBA3}" srcOrd="3" destOrd="0" presId="urn:microsoft.com/office/officeart/2005/8/layout/process1"/>
    <dgm:cxn modelId="{09DB29AF-0FA5-3343-A0BA-877D861FC66F}" type="presParOf" srcId="{0D0726FF-E78A-714A-A447-2DD78333DBA3}" destId="{4F1B8E1D-DC3C-AF4F-A189-CCF8617E5808}" srcOrd="0" destOrd="0" presId="urn:microsoft.com/office/officeart/2005/8/layout/process1"/>
    <dgm:cxn modelId="{B2ED89D6-196B-C54B-B56E-09D3C6BEF40C}" type="presParOf" srcId="{494D3305-3D6D-F048-89AD-9C985DA5CB15}" destId="{A6E5D19B-7369-CD4A-B03F-671FA0ECBB3F}" srcOrd="4" destOrd="0" presId="urn:microsoft.com/office/officeart/2005/8/layout/process1"/>
    <dgm:cxn modelId="{275A1C21-B47A-E945-B974-C2CA5106E38C}" type="presParOf" srcId="{494D3305-3D6D-F048-89AD-9C985DA5CB15}" destId="{74024847-E253-C143-9F7E-9A8B10A04BFE}" srcOrd="5" destOrd="0" presId="urn:microsoft.com/office/officeart/2005/8/layout/process1"/>
    <dgm:cxn modelId="{26055708-E73D-9543-B293-CEA216DEC574}" type="presParOf" srcId="{74024847-E253-C143-9F7E-9A8B10A04BFE}" destId="{FAB44572-0DE2-E44D-8BBD-5B0469D591D3}" srcOrd="0" destOrd="0" presId="urn:microsoft.com/office/officeart/2005/8/layout/process1"/>
    <dgm:cxn modelId="{E6BE315C-DED0-004D-AC40-442777C6C5F1}" type="presParOf" srcId="{494D3305-3D6D-F048-89AD-9C985DA5CB15}" destId="{B9B469D9-096B-AD4C-A941-74A81F8AC129}" srcOrd="6" destOrd="0" presId="urn:microsoft.com/office/officeart/2005/8/layout/process1"/>
    <dgm:cxn modelId="{21162F52-BAEB-8446-95FD-464206C12001}" type="presParOf" srcId="{494D3305-3D6D-F048-89AD-9C985DA5CB15}" destId="{A9823B30-7945-AB4D-AD96-BE498B1AF789}" srcOrd="7" destOrd="0" presId="urn:microsoft.com/office/officeart/2005/8/layout/process1"/>
    <dgm:cxn modelId="{3F055783-923A-EC42-8B1A-EE626020E864}" type="presParOf" srcId="{A9823B30-7945-AB4D-AD96-BE498B1AF789}" destId="{9F64381E-6DD6-3949-B70D-52B54F723317}" srcOrd="0" destOrd="0" presId="urn:microsoft.com/office/officeart/2005/8/layout/process1"/>
    <dgm:cxn modelId="{550E9481-3E5E-8848-8E50-DB960CAF93AE}" type="presParOf" srcId="{494D3305-3D6D-F048-89AD-9C985DA5CB15}" destId="{C1D8919C-AE18-3143-9A21-DCE81C2D68CA}" srcOrd="8" destOrd="0" presId="urn:microsoft.com/office/officeart/2005/8/layout/process1"/>
    <dgm:cxn modelId="{AFFA63DD-C60E-4C49-BCB0-E09879AB90CB}" type="presParOf" srcId="{494D3305-3D6D-F048-89AD-9C985DA5CB15}" destId="{CC701486-B41D-FE4D-B3F9-E409CCD33394}" srcOrd="9" destOrd="0" presId="urn:microsoft.com/office/officeart/2005/8/layout/process1"/>
    <dgm:cxn modelId="{C226F8A3-3C59-5646-BC2B-7EE2581232AD}" type="presParOf" srcId="{CC701486-B41D-FE4D-B3F9-E409CCD33394}" destId="{7FE9F493-B18E-B140-B0D1-64D4271D8221}" srcOrd="0" destOrd="0" presId="urn:microsoft.com/office/officeart/2005/8/layout/process1"/>
    <dgm:cxn modelId="{6B761336-56D2-D347-AB30-B32A08481B47}" type="presParOf" srcId="{494D3305-3D6D-F048-89AD-9C985DA5CB15}" destId="{60EB8118-BAAE-0E40-91C2-EBC05651CC6C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7345CC-A644-3D4F-A293-DA3963F7BECD}">
      <dsp:nvSpPr>
        <dsp:cNvPr id="0" name=""/>
        <dsp:cNvSpPr/>
      </dsp:nvSpPr>
      <dsp:spPr>
        <a:xfrm>
          <a:off x="575" y="523097"/>
          <a:ext cx="1272592" cy="7635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Cultivation </a:t>
          </a:r>
        </a:p>
      </dsp:txBody>
      <dsp:txXfrm>
        <a:off x="22939" y="545461"/>
        <a:ext cx="1227864" cy="718827"/>
      </dsp:txXfrm>
    </dsp:sp>
    <dsp:sp modelId="{9079B706-07AC-3142-9EB7-73603E42E86D}">
      <dsp:nvSpPr>
        <dsp:cNvPr id="0" name=""/>
        <dsp:cNvSpPr/>
      </dsp:nvSpPr>
      <dsp:spPr>
        <a:xfrm>
          <a:off x="1400427" y="747073"/>
          <a:ext cx="269789" cy="3156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400427" y="810193"/>
        <a:ext cx="188852" cy="189362"/>
      </dsp:txXfrm>
    </dsp:sp>
    <dsp:sp modelId="{698E733D-9511-6845-908D-882DCC407CA3}">
      <dsp:nvSpPr>
        <dsp:cNvPr id="0" name=""/>
        <dsp:cNvSpPr/>
      </dsp:nvSpPr>
      <dsp:spPr>
        <a:xfrm>
          <a:off x="1782204" y="523097"/>
          <a:ext cx="1272592" cy="7635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Harvest</a:t>
          </a:r>
        </a:p>
      </dsp:txBody>
      <dsp:txXfrm>
        <a:off x="1804568" y="545461"/>
        <a:ext cx="1227864" cy="718827"/>
      </dsp:txXfrm>
    </dsp:sp>
    <dsp:sp modelId="{BAF3B4AA-5839-A646-8487-5D64B0582B8C}">
      <dsp:nvSpPr>
        <dsp:cNvPr id="0" name=""/>
        <dsp:cNvSpPr/>
      </dsp:nvSpPr>
      <dsp:spPr>
        <a:xfrm>
          <a:off x="3182056" y="747073"/>
          <a:ext cx="269789" cy="3156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182056" y="810193"/>
        <a:ext cx="188852" cy="189362"/>
      </dsp:txXfrm>
    </dsp:sp>
    <dsp:sp modelId="{85DDF897-90A7-A84D-9CE3-7967B4A2F16F}">
      <dsp:nvSpPr>
        <dsp:cNvPr id="0" name=""/>
        <dsp:cNvSpPr/>
      </dsp:nvSpPr>
      <dsp:spPr>
        <a:xfrm>
          <a:off x="3563833" y="523097"/>
          <a:ext cx="1272592" cy="7635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Transport</a:t>
          </a:r>
        </a:p>
      </dsp:txBody>
      <dsp:txXfrm>
        <a:off x="3586197" y="545461"/>
        <a:ext cx="1227864" cy="718827"/>
      </dsp:txXfrm>
    </dsp:sp>
    <dsp:sp modelId="{35D8FD23-F7F1-3543-8B63-6B52A9AC38FA}">
      <dsp:nvSpPr>
        <dsp:cNvPr id="0" name=""/>
        <dsp:cNvSpPr/>
      </dsp:nvSpPr>
      <dsp:spPr>
        <a:xfrm>
          <a:off x="4963685" y="747073"/>
          <a:ext cx="269789" cy="3156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4963685" y="810193"/>
        <a:ext cx="188852" cy="189362"/>
      </dsp:txXfrm>
    </dsp:sp>
    <dsp:sp modelId="{E7327E9C-7D98-8A43-BDCE-52787CBF7B5B}">
      <dsp:nvSpPr>
        <dsp:cNvPr id="0" name=""/>
        <dsp:cNvSpPr/>
      </dsp:nvSpPr>
      <dsp:spPr>
        <a:xfrm>
          <a:off x="5345462" y="523097"/>
          <a:ext cx="1272592" cy="7635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Milling</a:t>
          </a:r>
        </a:p>
      </dsp:txBody>
      <dsp:txXfrm>
        <a:off x="5367826" y="545461"/>
        <a:ext cx="1227864" cy="718827"/>
      </dsp:txXfrm>
    </dsp:sp>
    <dsp:sp modelId="{4E2EA771-A761-E24E-8880-ECA47EB324B2}">
      <dsp:nvSpPr>
        <dsp:cNvPr id="0" name=""/>
        <dsp:cNvSpPr/>
      </dsp:nvSpPr>
      <dsp:spPr>
        <a:xfrm>
          <a:off x="6745313" y="747073"/>
          <a:ext cx="269789" cy="3156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6745313" y="810193"/>
        <a:ext cx="188852" cy="189362"/>
      </dsp:txXfrm>
    </dsp:sp>
    <dsp:sp modelId="{52E08856-26B6-EE4D-BCAD-62AEB275A225}">
      <dsp:nvSpPr>
        <dsp:cNvPr id="0" name=""/>
        <dsp:cNvSpPr/>
      </dsp:nvSpPr>
      <dsp:spPr>
        <a:xfrm>
          <a:off x="7127091" y="523097"/>
          <a:ext cx="1272592" cy="7635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Lab verification</a:t>
          </a:r>
        </a:p>
      </dsp:txBody>
      <dsp:txXfrm>
        <a:off x="7149455" y="545461"/>
        <a:ext cx="1227864" cy="718827"/>
      </dsp:txXfrm>
    </dsp:sp>
    <dsp:sp modelId="{641D357F-AAD3-2842-9057-FE85DA0DA2A3}">
      <dsp:nvSpPr>
        <dsp:cNvPr id="0" name=""/>
        <dsp:cNvSpPr/>
      </dsp:nvSpPr>
      <dsp:spPr>
        <a:xfrm>
          <a:off x="8526942" y="747073"/>
          <a:ext cx="269789" cy="3156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8526942" y="810193"/>
        <a:ext cx="188852" cy="189362"/>
      </dsp:txXfrm>
    </dsp:sp>
    <dsp:sp modelId="{F4E8B0D1-5AD4-A349-A76F-0CDE1B888DEB}">
      <dsp:nvSpPr>
        <dsp:cNvPr id="0" name=""/>
        <dsp:cNvSpPr/>
      </dsp:nvSpPr>
      <dsp:spPr>
        <a:xfrm>
          <a:off x="8908720" y="523097"/>
          <a:ext cx="1272592" cy="7635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Bottling</a:t>
          </a:r>
        </a:p>
      </dsp:txBody>
      <dsp:txXfrm>
        <a:off x="8931084" y="545461"/>
        <a:ext cx="1227864" cy="718827"/>
      </dsp:txXfrm>
    </dsp:sp>
    <dsp:sp modelId="{D9AAB520-64F0-CF40-AC35-AD7CE9F6C98F}">
      <dsp:nvSpPr>
        <dsp:cNvPr id="0" name=""/>
        <dsp:cNvSpPr/>
      </dsp:nvSpPr>
      <dsp:spPr>
        <a:xfrm>
          <a:off x="10308571" y="747073"/>
          <a:ext cx="269789" cy="3156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0308571" y="810193"/>
        <a:ext cx="188852" cy="189362"/>
      </dsp:txXfrm>
    </dsp:sp>
    <dsp:sp modelId="{9CF10AF2-1857-184C-8A87-F214FEE000C7}">
      <dsp:nvSpPr>
        <dsp:cNvPr id="0" name=""/>
        <dsp:cNvSpPr/>
      </dsp:nvSpPr>
      <dsp:spPr>
        <a:xfrm>
          <a:off x="10690349" y="523097"/>
          <a:ext cx="1196274" cy="7635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Distribution</a:t>
          </a:r>
        </a:p>
      </dsp:txBody>
      <dsp:txXfrm>
        <a:off x="10712713" y="545461"/>
        <a:ext cx="1151546" cy="7188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265D68-0891-F740-A66E-ACF32270DE13}">
      <dsp:nvSpPr>
        <dsp:cNvPr id="0" name=""/>
        <dsp:cNvSpPr/>
      </dsp:nvSpPr>
      <dsp:spPr>
        <a:xfrm>
          <a:off x="0" y="459105"/>
          <a:ext cx="1485900" cy="8915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Residue generation</a:t>
          </a:r>
        </a:p>
      </dsp:txBody>
      <dsp:txXfrm>
        <a:off x="26112" y="485217"/>
        <a:ext cx="1433676" cy="839315"/>
      </dsp:txXfrm>
    </dsp:sp>
    <dsp:sp modelId="{9A5CDC33-320C-F942-95EC-4091F2501CEE}">
      <dsp:nvSpPr>
        <dsp:cNvPr id="0" name=""/>
        <dsp:cNvSpPr/>
      </dsp:nvSpPr>
      <dsp:spPr>
        <a:xfrm>
          <a:off x="1634490" y="720623"/>
          <a:ext cx="315010" cy="3685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1634490" y="794324"/>
        <a:ext cx="220507" cy="221101"/>
      </dsp:txXfrm>
    </dsp:sp>
    <dsp:sp modelId="{F87DE4EC-31DA-944E-B067-89445EAA69D4}">
      <dsp:nvSpPr>
        <dsp:cNvPr id="0" name=""/>
        <dsp:cNvSpPr/>
      </dsp:nvSpPr>
      <dsp:spPr>
        <a:xfrm>
          <a:off x="2080260" y="459105"/>
          <a:ext cx="1485900" cy="8915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Residue Transport</a:t>
          </a:r>
        </a:p>
      </dsp:txBody>
      <dsp:txXfrm>
        <a:off x="2106372" y="485217"/>
        <a:ext cx="1433676" cy="839315"/>
      </dsp:txXfrm>
    </dsp:sp>
    <dsp:sp modelId="{0D0726FF-E78A-714A-A447-2DD78333DBA3}">
      <dsp:nvSpPr>
        <dsp:cNvPr id="0" name=""/>
        <dsp:cNvSpPr/>
      </dsp:nvSpPr>
      <dsp:spPr>
        <a:xfrm>
          <a:off x="3714750" y="720623"/>
          <a:ext cx="315010" cy="3685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3714750" y="794324"/>
        <a:ext cx="220507" cy="221101"/>
      </dsp:txXfrm>
    </dsp:sp>
    <dsp:sp modelId="{A6E5D19B-7369-CD4A-B03F-671FA0ECBB3F}">
      <dsp:nvSpPr>
        <dsp:cNvPr id="0" name=""/>
        <dsp:cNvSpPr/>
      </dsp:nvSpPr>
      <dsp:spPr>
        <a:xfrm>
          <a:off x="4160520" y="459105"/>
          <a:ext cx="1485900" cy="8915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Valorization</a:t>
          </a:r>
        </a:p>
      </dsp:txBody>
      <dsp:txXfrm>
        <a:off x="4186632" y="485217"/>
        <a:ext cx="1433676" cy="839315"/>
      </dsp:txXfrm>
    </dsp:sp>
    <dsp:sp modelId="{74024847-E253-C143-9F7E-9A8B10A04BFE}">
      <dsp:nvSpPr>
        <dsp:cNvPr id="0" name=""/>
        <dsp:cNvSpPr/>
      </dsp:nvSpPr>
      <dsp:spPr>
        <a:xfrm>
          <a:off x="5795010" y="720623"/>
          <a:ext cx="315010" cy="3685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795010" y="794324"/>
        <a:ext cx="220507" cy="221101"/>
      </dsp:txXfrm>
    </dsp:sp>
    <dsp:sp modelId="{B9B469D9-096B-AD4C-A941-74A81F8AC129}">
      <dsp:nvSpPr>
        <dsp:cNvPr id="0" name=""/>
        <dsp:cNvSpPr/>
      </dsp:nvSpPr>
      <dsp:spPr>
        <a:xfrm>
          <a:off x="6240780" y="459105"/>
          <a:ext cx="1485900" cy="8915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Useful output</a:t>
          </a:r>
        </a:p>
      </dsp:txBody>
      <dsp:txXfrm>
        <a:off x="6266892" y="485217"/>
        <a:ext cx="1433676" cy="839315"/>
      </dsp:txXfrm>
    </dsp:sp>
    <dsp:sp modelId="{A9823B30-7945-AB4D-AD96-BE498B1AF789}">
      <dsp:nvSpPr>
        <dsp:cNvPr id="0" name=""/>
        <dsp:cNvSpPr/>
      </dsp:nvSpPr>
      <dsp:spPr>
        <a:xfrm>
          <a:off x="7875270" y="720623"/>
          <a:ext cx="315010" cy="3685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7875270" y="794324"/>
        <a:ext cx="220507" cy="221101"/>
      </dsp:txXfrm>
    </dsp:sp>
    <dsp:sp modelId="{C1D8919C-AE18-3143-9A21-DCE81C2D68CA}">
      <dsp:nvSpPr>
        <dsp:cNvPr id="0" name=""/>
        <dsp:cNvSpPr/>
      </dsp:nvSpPr>
      <dsp:spPr>
        <a:xfrm>
          <a:off x="8321040" y="459105"/>
          <a:ext cx="1485900" cy="8915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return or sale</a:t>
          </a:r>
        </a:p>
      </dsp:txBody>
      <dsp:txXfrm>
        <a:off x="8347152" y="485217"/>
        <a:ext cx="1433676" cy="839315"/>
      </dsp:txXfrm>
    </dsp:sp>
    <dsp:sp modelId="{CC701486-B41D-FE4D-B3F9-E409CCD33394}">
      <dsp:nvSpPr>
        <dsp:cNvPr id="0" name=""/>
        <dsp:cNvSpPr/>
      </dsp:nvSpPr>
      <dsp:spPr>
        <a:xfrm>
          <a:off x="9955529" y="720623"/>
          <a:ext cx="315010" cy="3685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9955529" y="794324"/>
        <a:ext cx="220507" cy="221101"/>
      </dsp:txXfrm>
    </dsp:sp>
    <dsp:sp modelId="{60EB8118-BAAE-0E40-91C2-EBC05651CC6C}">
      <dsp:nvSpPr>
        <dsp:cNvPr id="0" name=""/>
        <dsp:cNvSpPr/>
      </dsp:nvSpPr>
      <dsp:spPr>
        <a:xfrm>
          <a:off x="10401299" y="459105"/>
          <a:ext cx="1485900" cy="8915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environmental accounting</a:t>
          </a:r>
        </a:p>
      </dsp:txBody>
      <dsp:txXfrm>
        <a:off x="10427411" y="485217"/>
        <a:ext cx="1433676" cy="8393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4F328-6514-96D3-C8A4-1D97CE2E60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F121D8-E658-7F36-1B5C-762C342AC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4A30-49B3-5157-082D-07A460E58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7C6D3-5ED1-1E4D-8413-D843AC4E05F8}" type="datetimeFigureOut">
              <a:rPr lang="en-MA" smtClean="0"/>
              <a:t>6/8/2026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41F6E-6F08-2D14-68D2-CDBB4C3C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74C39-997B-42F9-88D4-BEC5E65DD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ED0DF-CD91-DF40-9F03-2A5FAA2EC0A0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027446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CEF96-3CD1-8ECC-D92B-DB2536ADB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CD034-9DE0-BB7F-19C2-3B3783103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A554C-9741-A8A3-5678-914026B60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7C6D3-5ED1-1E4D-8413-D843AC4E05F8}" type="datetimeFigureOut">
              <a:rPr lang="en-MA" smtClean="0"/>
              <a:t>6/8/2026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EA3DE-CC10-0C93-4337-66866F024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32B3B-C854-EE05-F616-C470555D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ED0DF-CD91-DF40-9F03-2A5FAA2EC0A0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474834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E0AD-6DFC-1A2C-E826-1E3C60282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9F68F-ED30-8992-C0F1-E4960E204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D1BBB-A60C-3C7B-6657-42D502211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7C6D3-5ED1-1E4D-8413-D843AC4E05F8}" type="datetimeFigureOut">
              <a:rPr lang="en-MA" smtClean="0"/>
              <a:t>6/8/2026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210EA-65D4-08DB-EAD5-E96700C0A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C6EFC-62F8-D5F9-F35C-E3F9515C9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ED0DF-CD91-DF40-9F03-2A5FAA2EC0A0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420218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0E362-E0FF-48F0-90C6-B355BA10D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1F0DE-1C1F-B929-EFB5-4B9E37DA0C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97E426-8269-F96B-7C23-EFFCFA0D9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CD1AF-D61D-6857-0714-1C09B933E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7C6D3-5ED1-1E4D-8413-D843AC4E05F8}" type="datetimeFigureOut">
              <a:rPr lang="en-MA" smtClean="0"/>
              <a:t>6/8/2026</a:t>
            </a:fld>
            <a:endParaRPr lang="en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859AE-B1E9-38B7-40B3-813F8A211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3AFFA-6A6B-F84E-B0EE-7E2F8F990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ED0DF-CD91-DF40-9F03-2A5FAA2EC0A0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974227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DBF79-E673-703A-BE55-367178DB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11A94-0E64-CCC9-24AB-32CD270CC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672E16-9B40-C249-7C82-69E53D25A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B65960-0F9C-D957-272B-8EBE4F9E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E438FB-1AE3-298F-6162-C0F17C864E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7FEBAE-8E14-69E6-8D0A-A99E28147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7C6D3-5ED1-1E4D-8413-D843AC4E05F8}" type="datetimeFigureOut">
              <a:rPr lang="en-MA" smtClean="0"/>
              <a:t>6/8/2026</a:t>
            </a:fld>
            <a:endParaRPr lang="en-M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10B115-8561-D06E-AB23-26F435843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AB4E63-D8F3-E52C-7195-DCD2FDEC9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ED0DF-CD91-DF40-9F03-2A5FAA2EC0A0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3269292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714B2-3ACC-38EA-C332-A4A058A2A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BCD0AD-CE1B-34C1-7ACE-C718DE45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7C6D3-5ED1-1E4D-8413-D843AC4E05F8}" type="datetimeFigureOut">
              <a:rPr lang="en-MA" smtClean="0"/>
              <a:t>6/8/2026</a:t>
            </a:fld>
            <a:endParaRPr lang="en-M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684D74-8EED-4400-80F8-E765FE0A6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56F839-CA96-D74D-7F8E-CABFDA3F3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ED0DF-CD91-DF40-9F03-2A5FAA2EC0A0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969489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B10CAC-8F90-593E-1173-EFEB0E811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7C6D3-5ED1-1E4D-8413-D843AC4E05F8}" type="datetimeFigureOut">
              <a:rPr lang="en-MA" smtClean="0"/>
              <a:t>6/8/2026</a:t>
            </a:fld>
            <a:endParaRPr lang="en-M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D0D95F-EA14-4795-36A6-F254B9363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86163-EED9-0452-7F0F-F1F74AA86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ED0DF-CD91-DF40-9F03-2A5FAA2EC0A0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730160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366B8-F8D5-DA51-6CB1-D6B706A3B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C848B-128B-0987-E6B6-F21767E23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9339D-2187-642A-9AA8-D6AAF33C03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37EE91-3DA8-923E-9D13-9D05A389B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7C6D3-5ED1-1E4D-8413-D843AC4E05F8}" type="datetimeFigureOut">
              <a:rPr lang="en-MA" smtClean="0"/>
              <a:t>6/8/2026</a:t>
            </a:fld>
            <a:endParaRPr lang="en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BB4BD-81C5-52B2-A2AA-B675856EF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913F9-1719-049C-7D2E-7EF2F58DE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ED0DF-CD91-DF40-9F03-2A5FAA2EC0A0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786266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1BAE5-3D89-E968-654F-44AFE28BE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63CA52-9BC7-C17F-AD55-7398584086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CA1D9E-702C-C6B0-A46A-60079C072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E2763-5AE9-0686-5D06-AD2A962A5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7C6D3-5ED1-1E4D-8413-D843AC4E05F8}" type="datetimeFigureOut">
              <a:rPr lang="en-MA" smtClean="0"/>
              <a:t>6/8/2026</a:t>
            </a:fld>
            <a:endParaRPr lang="en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5587D-DD05-0DA1-CB19-817400934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F4891-54AB-6876-4FC4-8D29BA344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ED0DF-CD91-DF40-9F03-2A5FAA2EC0A0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076194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F60B-08C7-9502-FE4B-49BA753BC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93D1D-DBF0-2699-9F73-E97DA31C6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A3827-2424-AE1C-B08D-11C57A090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7C6D3-5ED1-1E4D-8413-D843AC4E05F8}" type="datetimeFigureOut">
              <a:rPr lang="en-MA" smtClean="0"/>
              <a:t>6/8/2026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5CE16-9A46-3E7B-3EE5-A4F2100E0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46552-E0FC-DF3A-FF52-4A32A392B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ED0DF-CD91-DF40-9F03-2A5FAA2EC0A0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974304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786A77-77B9-640D-ACD5-63CF9A22B1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B6F4F2-8A8A-67F1-0245-1E284FAA7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998C5-0625-95FE-416D-946746436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7C6D3-5ED1-1E4D-8413-D843AC4E05F8}" type="datetimeFigureOut">
              <a:rPr lang="en-MA" smtClean="0"/>
              <a:t>6/8/2026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4E4CB-8013-6BAC-70F4-4CCB4C023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B90E1-835F-BF37-69F1-D397BC227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ED0DF-CD91-DF40-9F03-2A5FAA2EC0A0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87917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25A676-1F6B-9422-737B-86CC56EF1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65B52-DC55-8234-6988-0305E1070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679DE-2024-B125-6883-9EBD2351F7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D7C6D3-5ED1-1E4D-8413-D843AC4E05F8}" type="datetimeFigureOut">
              <a:rPr lang="en-MA" smtClean="0"/>
              <a:t>6/8/2026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7C9BC-BA0F-6E1B-07C0-5C925DE023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376F4-6C55-0BE1-0ABE-8BCBCE5961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FED0DF-CD91-DF40-9F03-2A5FAA2EC0A0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409229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34221-986D-4FDC-CA15-F652ABECC2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MA" sz="3200" b="1" dirty="0"/>
              <a:t>Implementation of a BlockChain using HyperLedger for supply-chain and recycling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706C08-5D68-E77F-C00F-09371FA4ABCC}"/>
              </a:ext>
            </a:extLst>
          </p:cNvPr>
          <p:cNvSpPr txBox="1"/>
          <p:nvPr/>
        </p:nvSpPr>
        <p:spPr>
          <a:xfrm>
            <a:off x="929489" y="6062133"/>
            <a:ext cx="103330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OliveChain</a:t>
            </a:r>
            <a:r>
              <a:rPr lang="en-US" dirty="0"/>
              <a:t> is a permissioned blockchain application that tracks olive oil from cultivation to distribution</a:t>
            </a:r>
          </a:p>
          <a:p>
            <a:r>
              <a:rPr lang="en-US" dirty="0"/>
              <a:t> and tracks olive residues until their transformation into useful outputs such as energy.</a:t>
            </a:r>
          </a:p>
          <a:p>
            <a:endParaRPr lang="en-MA" dirty="0"/>
          </a:p>
        </p:txBody>
      </p:sp>
    </p:spTree>
    <p:extLst>
      <p:ext uri="{BB962C8B-B14F-4D97-AF65-F5344CB8AC3E}">
        <p14:creationId xmlns:p14="http://schemas.microsoft.com/office/powerpoint/2010/main" val="3136275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E2F61-3B90-3C42-B599-6BD8AC9B6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382587"/>
            <a:ext cx="10515600" cy="1325563"/>
          </a:xfrm>
        </p:spPr>
        <p:txBody>
          <a:bodyPr/>
          <a:lstStyle/>
          <a:p>
            <a:r>
              <a:rPr lang="en-MA" dirty="0"/>
              <a:t>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63251-61AE-7B7B-B5C2-172753E1E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2012951"/>
            <a:ext cx="10515600" cy="2965450"/>
          </a:xfrm>
        </p:spPr>
        <p:txBody>
          <a:bodyPr>
            <a:normAutofit/>
          </a:bodyPr>
          <a:lstStyle/>
          <a:p>
            <a:r>
              <a:rPr lang="en-MA" dirty="0"/>
              <a:t>Actual supply-chain limitations:</a:t>
            </a:r>
          </a:p>
          <a:p>
            <a:pPr marL="0" indent="0">
              <a:buNone/>
            </a:pPr>
            <a:endParaRPr lang="en-MA" dirty="0"/>
          </a:p>
          <a:p>
            <a:pPr lvl="1"/>
            <a:r>
              <a:rPr lang="en-MA" dirty="0"/>
              <a:t>Records could be modified or lost </a:t>
            </a:r>
            <a:r>
              <a:rPr lang="en-US" dirty="0"/>
              <a:t>— auditability is weak.</a:t>
            </a:r>
            <a:endParaRPr lang="en-MA" dirty="0"/>
          </a:p>
          <a:p>
            <a:pPr lvl="1"/>
            <a:r>
              <a:rPr lang="en-MA" dirty="0"/>
              <a:t>Different actors maintain sep</a:t>
            </a:r>
            <a:r>
              <a:rPr lang="en-US" dirty="0"/>
              <a:t>a</a:t>
            </a:r>
            <a:r>
              <a:rPr lang="en-MA" dirty="0"/>
              <a:t>rate info.</a:t>
            </a:r>
          </a:p>
          <a:p>
            <a:pPr lvl="1"/>
            <a:r>
              <a:rPr lang="en-MA" dirty="0"/>
              <a:t>Consumer cannot reliably verify the origin of a product or lab results.</a:t>
            </a:r>
          </a:p>
          <a:p>
            <a:pPr lvl="1"/>
            <a:r>
              <a:rPr lang="en-MA" dirty="0"/>
              <a:t>Recycling system is not organised and hard to prove.</a:t>
            </a:r>
          </a:p>
          <a:p>
            <a:pPr lvl="1"/>
            <a:r>
              <a:rPr lang="en-MA" dirty="0"/>
              <a:t>The identity of the seller could be sometimes unknown.</a:t>
            </a:r>
          </a:p>
          <a:p>
            <a:pPr lvl="1"/>
            <a:endParaRPr lang="en-MA" dirty="0"/>
          </a:p>
          <a:p>
            <a:pPr lvl="1"/>
            <a:endParaRPr lang="en-MA" dirty="0"/>
          </a:p>
        </p:txBody>
      </p:sp>
    </p:spTree>
    <p:extLst>
      <p:ext uri="{BB962C8B-B14F-4D97-AF65-F5344CB8AC3E}">
        <p14:creationId xmlns:p14="http://schemas.microsoft.com/office/powerpoint/2010/main" val="495379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1C8FF-40B8-8D5F-1C5A-50AB37161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A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21149-56D5-1448-9CDA-376FEF4F2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A" dirty="0"/>
              <a:t>Objectives we’re working towards:</a:t>
            </a:r>
          </a:p>
          <a:p>
            <a:pPr marL="0" indent="0">
              <a:buNone/>
            </a:pPr>
            <a:endParaRPr lang="en-MA" dirty="0"/>
          </a:p>
          <a:p>
            <a:pPr lvl="1"/>
            <a:r>
              <a:rPr lang="en-MA" dirty="0"/>
              <a:t>Ensure Traceability on every product (using batch).</a:t>
            </a:r>
          </a:p>
          <a:p>
            <a:pPr lvl="1"/>
            <a:r>
              <a:rPr lang="en-MA" dirty="0"/>
              <a:t>Verify every actor on the system (using Certificates).</a:t>
            </a:r>
          </a:p>
          <a:p>
            <a:pPr lvl="1"/>
            <a:r>
              <a:rPr lang="en-MA" dirty="0"/>
              <a:t>Preserving the immutability of the system’s history.</a:t>
            </a:r>
          </a:p>
          <a:p>
            <a:pPr lvl="1"/>
            <a:r>
              <a:rPr lang="en-MA" dirty="0"/>
              <a:t>Control order of operations</a:t>
            </a:r>
          </a:p>
          <a:p>
            <a:pPr lvl="1"/>
            <a:r>
              <a:rPr lang="en-MA" dirty="0"/>
              <a:t>Decentralize trust between orgs and machines.</a:t>
            </a:r>
          </a:p>
          <a:p>
            <a:pPr lvl="1"/>
            <a:r>
              <a:rPr lang="en-MA" dirty="0"/>
              <a:t>Provide QR passports.</a:t>
            </a:r>
          </a:p>
          <a:p>
            <a:pPr lvl="1"/>
            <a:r>
              <a:rPr lang="en-MA" dirty="0"/>
              <a:t>Organize the residue workflow.</a:t>
            </a:r>
          </a:p>
          <a:p>
            <a:endParaRPr lang="en-MA" dirty="0"/>
          </a:p>
        </p:txBody>
      </p:sp>
    </p:spTree>
    <p:extLst>
      <p:ext uri="{BB962C8B-B14F-4D97-AF65-F5344CB8AC3E}">
        <p14:creationId xmlns:p14="http://schemas.microsoft.com/office/powerpoint/2010/main" val="2026209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938B9-0DF6-15D8-49BC-951F04DA5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A" dirty="0"/>
              <a:t>Business workflows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78D17-F364-7DD6-5C52-2E01BB49F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A" dirty="0"/>
              <a:t>Product traceability:</a:t>
            </a:r>
          </a:p>
          <a:p>
            <a:pPr marL="0" indent="0">
              <a:buNone/>
            </a:pPr>
            <a:r>
              <a:rPr lang="en-MA" dirty="0"/>
              <a:t> </a:t>
            </a:r>
          </a:p>
          <a:p>
            <a:pPr marL="0" indent="0">
              <a:buNone/>
            </a:pPr>
            <a:r>
              <a:rPr lang="en-MA" dirty="0"/>
              <a:t>   </a:t>
            </a:r>
          </a:p>
          <a:p>
            <a:pPr marL="0" indent="0">
              <a:buNone/>
            </a:pPr>
            <a:endParaRPr lang="en-MA" dirty="0"/>
          </a:p>
          <a:p>
            <a:r>
              <a:rPr lang="en-MA" dirty="0"/>
              <a:t>Circular Recovery: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726F39-7D04-6DED-E19D-BFBEF1D87A4F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A" dirty="0"/>
              <a:t>    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6E776ED-0F27-9C26-3CEB-96FAC9E3C2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0363938"/>
              </p:ext>
            </p:extLst>
          </p:nvPr>
        </p:nvGraphicFramePr>
        <p:xfrm>
          <a:off x="171450" y="2076450"/>
          <a:ext cx="11887200" cy="1809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5BCBDCB6-9BC7-D9A0-5C14-493A1DE908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2461584"/>
              </p:ext>
            </p:extLst>
          </p:nvPr>
        </p:nvGraphicFramePr>
        <p:xfrm>
          <a:off x="171450" y="4137025"/>
          <a:ext cx="11887200" cy="1809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B381818-7806-BF6A-A684-4E015623D278}"/>
              </a:ext>
            </a:extLst>
          </p:cNvPr>
          <p:cNvSpPr txBox="1"/>
          <p:nvPr/>
        </p:nvSpPr>
        <p:spPr>
          <a:xfrm>
            <a:off x="2419350" y="6488668"/>
            <a:ext cx="7076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A" dirty="0"/>
              <a:t>Recycling could start after milling, so they could be working on parallel</a:t>
            </a:r>
          </a:p>
        </p:txBody>
      </p:sp>
    </p:spTree>
    <p:extLst>
      <p:ext uri="{BB962C8B-B14F-4D97-AF65-F5344CB8AC3E}">
        <p14:creationId xmlns:p14="http://schemas.microsoft.com/office/powerpoint/2010/main" val="3002747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93F73-017A-D32F-AC24-510D2E94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A" dirty="0"/>
              <a:t>Decentralization Architecture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DF5A5FD-68AE-68EF-6F84-440D7C5A401E}"/>
              </a:ext>
            </a:extLst>
          </p:cNvPr>
          <p:cNvSpPr/>
          <p:nvPr/>
        </p:nvSpPr>
        <p:spPr>
          <a:xfrm>
            <a:off x="533400" y="2438400"/>
            <a:ext cx="2228850" cy="14668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A" dirty="0">
                <a:solidFill>
                  <a:schemeClr val="tx1"/>
                </a:solidFill>
              </a:rPr>
              <a:t>Machine1 – Org1 </a:t>
            </a:r>
          </a:p>
          <a:p>
            <a:pPr algn="ctr"/>
            <a:endParaRPr lang="en-MA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P</a:t>
            </a:r>
            <a:r>
              <a:rPr lang="en-MA" dirty="0">
                <a:solidFill>
                  <a:schemeClr val="tx1"/>
                </a:solidFill>
              </a:rPr>
              <a:t>eer + Oderer</a:t>
            </a:r>
          </a:p>
          <a:p>
            <a:pPr algn="ctr"/>
            <a:r>
              <a:rPr lang="en-MA" dirty="0">
                <a:solidFill>
                  <a:schemeClr val="tx1"/>
                </a:solidFill>
              </a:rPr>
              <a:t>CA - ChainCode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04346E6-352B-9DD0-491E-7E913BC08685}"/>
              </a:ext>
            </a:extLst>
          </p:cNvPr>
          <p:cNvSpPr/>
          <p:nvPr/>
        </p:nvSpPr>
        <p:spPr>
          <a:xfrm>
            <a:off x="7334250" y="2488868"/>
            <a:ext cx="2095500" cy="14668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A" dirty="0">
                <a:solidFill>
                  <a:schemeClr val="tx1"/>
                </a:solidFill>
              </a:rPr>
              <a:t>Machine2 – Org2</a:t>
            </a:r>
          </a:p>
          <a:p>
            <a:pPr algn="ctr"/>
            <a:endParaRPr lang="en-MA" dirty="0">
              <a:solidFill>
                <a:schemeClr val="tx1"/>
              </a:solidFill>
            </a:endParaRPr>
          </a:p>
          <a:p>
            <a:pPr algn="ctr"/>
            <a:r>
              <a:rPr lang="en-MA" dirty="0">
                <a:solidFill>
                  <a:schemeClr val="tx1"/>
                </a:solidFill>
              </a:rPr>
              <a:t>Peer + Orderer</a:t>
            </a:r>
          </a:p>
          <a:p>
            <a:pPr algn="ctr"/>
            <a:r>
              <a:rPr lang="en-MA" dirty="0">
                <a:solidFill>
                  <a:schemeClr val="tx1"/>
                </a:solidFill>
              </a:rPr>
              <a:t>CA - CC 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68C8B00-E236-4F0E-0413-D06C8D87B899}"/>
              </a:ext>
            </a:extLst>
          </p:cNvPr>
          <p:cNvSpPr/>
          <p:nvPr/>
        </p:nvSpPr>
        <p:spPr>
          <a:xfrm>
            <a:off x="533400" y="5026025"/>
            <a:ext cx="2228850" cy="14668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A" dirty="0">
                <a:solidFill>
                  <a:schemeClr val="tx1"/>
                </a:solidFill>
              </a:rPr>
              <a:t>Machine3 – Org3</a:t>
            </a:r>
          </a:p>
          <a:p>
            <a:pPr algn="ctr"/>
            <a:endParaRPr lang="en-MA" dirty="0">
              <a:solidFill>
                <a:schemeClr val="tx1"/>
              </a:solidFill>
            </a:endParaRPr>
          </a:p>
          <a:p>
            <a:pPr algn="ctr"/>
            <a:r>
              <a:rPr lang="en-MA" dirty="0">
                <a:solidFill>
                  <a:schemeClr val="tx1"/>
                </a:solidFill>
              </a:rPr>
              <a:t>Peer + Orderer</a:t>
            </a:r>
          </a:p>
          <a:p>
            <a:pPr algn="ctr"/>
            <a:r>
              <a:rPr lang="en-MA" dirty="0">
                <a:solidFill>
                  <a:schemeClr val="tx1"/>
                </a:solidFill>
              </a:rPr>
              <a:t>CA - ChainCode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2113E0C-940E-6F2D-C10F-AA783153A79B}"/>
              </a:ext>
            </a:extLst>
          </p:cNvPr>
          <p:cNvSpPr/>
          <p:nvPr/>
        </p:nvSpPr>
        <p:spPr>
          <a:xfrm>
            <a:off x="7334250" y="5026025"/>
            <a:ext cx="2095500" cy="14668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A" dirty="0">
                <a:solidFill>
                  <a:schemeClr val="tx1"/>
                </a:solidFill>
              </a:rPr>
              <a:t>Machine4 – Org4</a:t>
            </a:r>
          </a:p>
          <a:p>
            <a:pPr algn="ctr"/>
            <a:endParaRPr lang="en-MA" dirty="0">
              <a:solidFill>
                <a:schemeClr val="tx1"/>
              </a:solidFill>
            </a:endParaRPr>
          </a:p>
          <a:p>
            <a:pPr algn="ctr"/>
            <a:r>
              <a:rPr lang="en-MA" dirty="0">
                <a:solidFill>
                  <a:schemeClr val="tx1"/>
                </a:solidFill>
              </a:rPr>
              <a:t>Peer</a:t>
            </a:r>
          </a:p>
          <a:p>
            <a:pPr algn="ctr"/>
            <a:r>
              <a:rPr lang="en-MA" dirty="0">
                <a:solidFill>
                  <a:schemeClr val="tx1"/>
                </a:solidFill>
              </a:rPr>
              <a:t>CA - CC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58CFC4-D239-29DE-8668-2B817459AA8F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MA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A0F43-B576-51EA-FB4A-F8C4D91C728B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762250" y="3171825"/>
            <a:ext cx="457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0639EAC-72FF-2DC6-D0CB-B6505B698826}"/>
              </a:ext>
            </a:extLst>
          </p:cNvPr>
          <p:cNvCxnSpPr>
            <a:cxnSpLocks/>
          </p:cNvCxnSpPr>
          <p:nvPr/>
        </p:nvCxnSpPr>
        <p:spPr>
          <a:xfrm>
            <a:off x="2762250" y="5826794"/>
            <a:ext cx="457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B687C8-DFB0-4EC5-B1DA-70454FFE3518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1647825" y="3905250"/>
            <a:ext cx="0" cy="11207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202001-21D8-C8A7-7E84-592FFFEBC5A3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8349916" y="3955718"/>
            <a:ext cx="32084" cy="11207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40D057D-CB23-5145-E59D-BC5D178BFF4F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2762250" y="3171825"/>
            <a:ext cx="4572000" cy="25876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AF8FF5D-59A9-FC19-F387-DB93353126DB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 flipV="1">
            <a:off x="2762250" y="3222293"/>
            <a:ext cx="4572000" cy="2537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368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64D62-B442-DF9D-4B8E-53F91B578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Identity and security model</a:t>
            </a:r>
            <a:endParaRPr lang="en-M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114F0-7B20-26EB-5372-FF19D9B77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MA" dirty="0"/>
              <a:t>dentity levels:</a:t>
            </a:r>
          </a:p>
          <a:p>
            <a:endParaRPr lang="en-MA" dirty="0"/>
          </a:p>
          <a:p>
            <a:pPr lvl="1"/>
            <a:r>
              <a:rPr lang="en-MA" dirty="0"/>
              <a:t>Organization: One MSP per org.</a:t>
            </a:r>
          </a:p>
          <a:p>
            <a:pPr lvl="1"/>
            <a:endParaRPr lang="en-MA" dirty="0"/>
          </a:p>
          <a:p>
            <a:pPr lvl="1"/>
            <a:r>
              <a:rPr lang="en-MA" dirty="0"/>
              <a:t>Role : the role is defined and encoded in the X.509 Certificate.</a:t>
            </a:r>
          </a:p>
          <a:p>
            <a:pPr lvl="1"/>
            <a:endParaRPr lang="en-MA" dirty="0"/>
          </a:p>
          <a:p>
            <a:pPr lvl="1"/>
            <a:r>
              <a:rPr lang="en-MA" dirty="0"/>
              <a:t>User: Each user has a unique Fabric identity(username, passwrd, certif, private keys, org’s MSP…) and he uses the username and password to be identified in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402930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C88D6-A8AF-2259-8549-C38222395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A" dirty="0"/>
              <a:t>Application &amp; Implemented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99CCE-D3DF-8489-16FF-77A33075E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A" dirty="0"/>
              <a:t>Actor portal: user login, multi-user management, current batch step, the account’s recent ledger activity, and correcting a previous activity.</a:t>
            </a:r>
          </a:p>
          <a:p>
            <a:endParaRPr lang="en-MA" dirty="0"/>
          </a:p>
          <a:p>
            <a:endParaRPr lang="en-MA" dirty="0"/>
          </a:p>
          <a:p>
            <a:r>
              <a:rPr lang="en-US" dirty="0"/>
              <a:t>Dashboard: organizations, workflow order, batch passports available, </a:t>
            </a:r>
            <a:r>
              <a:rPr lang="en-US" dirty="0" err="1"/>
              <a:t>EcoPoints</a:t>
            </a:r>
            <a:r>
              <a:rPr lang="en-US" dirty="0"/>
              <a:t> leaderboard, circular recovery, and ledger explorer.</a:t>
            </a:r>
          </a:p>
        </p:txBody>
      </p:sp>
    </p:spTree>
    <p:extLst>
      <p:ext uri="{BB962C8B-B14F-4D97-AF65-F5344CB8AC3E}">
        <p14:creationId xmlns:p14="http://schemas.microsoft.com/office/powerpoint/2010/main" val="2275723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F0B4F-25F3-6E06-1656-6ADD27F21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A"/>
              <a:t>Application &amp; Implemented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EAA4A-8167-B37F-A8D9-42A9F01C2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Consumer features: Batch passport, </a:t>
            </a:r>
            <a:r>
              <a:rPr lang="en-US" dirty="0" err="1"/>
              <a:t>Qr</a:t>
            </a:r>
            <a:r>
              <a:rPr lang="en-US" dirty="0"/>
              <a:t> code, mobile verification page, product history, recycling info, and environment results.</a:t>
            </a:r>
          </a:p>
          <a:p>
            <a:r>
              <a:rPr lang="en-US" dirty="0"/>
              <a:t>External trusted data: sensors implementation and location-based weather retrieval from oracle DB.</a:t>
            </a:r>
            <a:endParaRPr lang="en-MA" dirty="0"/>
          </a:p>
          <a:p>
            <a:endParaRPr lang="en-MA" dirty="0"/>
          </a:p>
        </p:txBody>
      </p:sp>
    </p:spTree>
    <p:extLst>
      <p:ext uri="{BB962C8B-B14F-4D97-AF65-F5344CB8AC3E}">
        <p14:creationId xmlns:p14="http://schemas.microsoft.com/office/powerpoint/2010/main" val="3340941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5AE87-C491-3712-EF73-AA5F40A23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End‑to‑End Transaction Flow </a:t>
            </a:r>
            <a:br>
              <a:rPr lang="en-US" b="1" dirty="0"/>
            </a:br>
            <a:endParaRPr lang="en-M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0B038-CD30-3EA8-6ADC-8A979ED8D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Example:  farmer submits a cultivation event.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/>
              <a:t>Farmer user logs </a:t>
            </a:r>
            <a:r>
              <a:rPr lang="en-US" dirty="0"/>
              <a:t>into the actor portal.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FastAPI</a:t>
            </a:r>
            <a:r>
              <a:rPr lang="en-US" dirty="0"/>
              <a:t> validates the authenticated application session.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Request is forwarded to Machine 1 Gateway Agent.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Gateway Agent selects the farmer’s certificate and local private key.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Farmer signs the Fabric proposal via the Gateway Agent.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Chaincode</a:t>
            </a:r>
            <a:r>
              <a:rPr lang="en-US" dirty="0"/>
              <a:t> verifies MSP, role, required fields and workflow stage.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Required peers endorse the proposal according to endorsement policy.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Raft </a:t>
            </a:r>
            <a:r>
              <a:rPr lang="en-US" dirty="0" err="1"/>
              <a:t>orderers</a:t>
            </a:r>
            <a:r>
              <a:rPr lang="en-US" dirty="0"/>
              <a:t> place the endorsed transaction into a block.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Four peers validate the block, update ledger and world state.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CouchDB updates the current batch state; dashboard and passport reflect the event.</a:t>
            </a:r>
          </a:p>
          <a:p>
            <a:pPr marL="0" indent="0">
              <a:buNone/>
            </a:pPr>
            <a:endParaRPr lang="en-MA" dirty="0"/>
          </a:p>
        </p:txBody>
      </p:sp>
    </p:spTree>
    <p:extLst>
      <p:ext uri="{BB962C8B-B14F-4D97-AF65-F5344CB8AC3E}">
        <p14:creationId xmlns:p14="http://schemas.microsoft.com/office/powerpoint/2010/main" val="2828579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507</Words>
  <Application>Microsoft Macintosh PowerPoint</Application>
  <PresentationFormat>Widescreen</PresentationFormat>
  <Paragraphs>88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Implementation of a BlockChain using HyperLedger for supply-chain and recycling system</vt:lpstr>
      <vt:lpstr>Problems</vt:lpstr>
      <vt:lpstr>Objectives</vt:lpstr>
      <vt:lpstr>Business workflows</vt:lpstr>
      <vt:lpstr>Decentralization Architecture</vt:lpstr>
      <vt:lpstr>Identity and security model</vt:lpstr>
      <vt:lpstr>Application &amp; Implemented features</vt:lpstr>
      <vt:lpstr>Application &amp; Implemented features</vt:lpstr>
      <vt:lpstr>End‑to‑End Transaction Flow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 CHATER</dc:creator>
  <cp:lastModifiedBy>Anas CHATER</cp:lastModifiedBy>
  <cp:revision>3</cp:revision>
  <dcterms:created xsi:type="dcterms:W3CDTF">2026-08-06T11:04:26Z</dcterms:created>
  <dcterms:modified xsi:type="dcterms:W3CDTF">2026-08-06T22:32:12Z</dcterms:modified>
</cp:coreProperties>
</file>