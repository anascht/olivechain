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Workflows — Two Parallel Processes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1475" y="713184"/>
            <a:ext cx="11478330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traceability (linear roadmap)</a:t>
            </a:r>
            <a:endParaRPr lang="en-US" sz="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550" y="800695"/>
            <a:ext cx="7064595" cy="30515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49354" y="3127852"/>
            <a:ext cx="1048961" cy="191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Harvest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49354" y="3373249"/>
            <a:ext cx="1048961" cy="202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69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Timely picking and logging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942814" y="3127852"/>
            <a:ext cx="1048960" cy="191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Milling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2814" y="3373249"/>
            <a:ext cx="1048960" cy="202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69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Oil extraction and recording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905967" y="1076050"/>
            <a:ext cx="1048961" cy="191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Cultivation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05967" y="1321447"/>
            <a:ext cx="1048961" cy="202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69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Controlled orchard practices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46187" y="1076050"/>
            <a:ext cx="1048960" cy="191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46187" y="1321447"/>
            <a:ext cx="1048960" cy="202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69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 tests for quality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12801" y="1076050"/>
            <a:ext cx="1048961" cy="191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12801" y="1321447"/>
            <a:ext cx="1048961" cy="202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69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Olive transfer with tracking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1475" y="3874691"/>
            <a:ext cx="11478330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Circular recovery (parallel roadmap created after milling)</a:t>
            </a:r>
            <a:endParaRPr lang="en-US" sz="4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50" y="3962202"/>
            <a:ext cx="7064595" cy="31790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27759" y="4050297"/>
            <a:ext cx="1236273" cy="38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Residue Generation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27759" y="4486739"/>
            <a:ext cx="1236273" cy="20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69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and quantify post-milling residues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850447" y="6383969"/>
            <a:ext cx="1243066" cy="38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Transport &amp; Custody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50447" y="6820412"/>
            <a:ext cx="1243066" cy="303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69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 movement and custody documentation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059549" y="4071418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Valorization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059549" y="4316811"/>
            <a:ext cx="1236273" cy="303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69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residues into recoverable resources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282237" y="6530122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Output &amp; Return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282237" y="6775515"/>
            <a:ext cx="1236273" cy="20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69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 useful output; return or sell streams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61475" y="7163693"/>
            <a:ext cx="11478330" cy="51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Note: Recycling is a parallel branch that originates after milling; it is not an eighth step in the primary product flow.</a:t>
            </a:r>
            <a:endParaRPr lang="en-US" sz="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2026-08-06T15:17:00Z</dcterms:created>
  <dcterms:modified xsi:type="dcterms:W3CDTF">2026-08-06T15:17:00Z</dcterms:modified>
</cp:coreProperties>
</file>